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74320"/>
            <a:ext cx="3657600" cy="822960"/>
          </a:xfrm>
          <a:prstGeom prst="rect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274320"/>
            <a:ext cx="1645920" cy="1463040"/>
          </a:xfrm>
          <a:prstGeom prst="rect">
            <a:avLst/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228600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DOCUMENTAZIONE TECNICA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del Sistema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Boot · REST API · JPA · Global Exception Handling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8288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00400"/>
            <a:ext cx="54864" cy="4572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200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Controller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3200400"/>
            <a:ext cx="18288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3200400"/>
            <a:ext cx="54864" cy="45720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3200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200400"/>
            <a:ext cx="18288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9E6A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3200400"/>
            <a:ext cx="54864" cy="457200"/>
          </a:xfrm>
          <a:prstGeom prst="rect">
            <a:avLst/>
          </a:prstGeom>
          <a:solidFill>
            <a:srgbClr val="9E6A03"/>
          </a:solidFill>
          <a:ln w="12700">
            <a:solidFill>
              <a:srgbClr val="9E6A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3200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Mapper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3200400"/>
            <a:ext cx="18288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3200400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3200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Repository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8188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  →  Service  →  Mapper  →  Repository  →  DB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ARCHITETTURA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Flusso a 5 strati per ogni dominio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508760" cy="731520"/>
          </a:xfrm>
          <a:prstGeom prst="rect">
            <a:avLst/>
          </a:prstGeom>
          <a:solidFill>
            <a:srgbClr val="1C2B3A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1508760" cy="6400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698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4813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HTTP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783080" y="1371600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005840"/>
            <a:ext cx="1508760" cy="731520"/>
          </a:xfrm>
          <a:prstGeom prst="rect">
            <a:avLst/>
          </a:prstGeom>
          <a:solidFill>
            <a:srgbClr val="1A2E1F"/>
          </a:solidFill>
          <a:ln w="19050">
            <a:solidFill>
              <a:srgbClr val="2386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1005840"/>
            <a:ext cx="1508760" cy="64008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0698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14813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Logic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520440" y="1371600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1005840"/>
            <a:ext cx="1508760" cy="731520"/>
          </a:xfrm>
          <a:prstGeom prst="rect">
            <a:avLst/>
          </a:prstGeom>
          <a:solidFill>
            <a:srgbClr val="2D2208"/>
          </a:solidFill>
          <a:ln w="19050">
            <a:solidFill>
              <a:srgbClr val="9E6A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005840"/>
            <a:ext cx="1508760" cy="64008"/>
          </a:xfrm>
          <a:prstGeom prst="rect">
            <a:avLst/>
          </a:prstGeom>
          <a:solidFill>
            <a:srgbClr val="9E6A03"/>
          </a:solidFill>
          <a:ln w="12700">
            <a:solidFill>
              <a:srgbClr val="9E6A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0698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14813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6A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 ↔ Entity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257800" y="1371600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1005840"/>
            <a:ext cx="1508760" cy="731520"/>
          </a:xfrm>
          <a:prstGeom prst="rect">
            <a:avLst/>
          </a:prstGeom>
          <a:solidFill>
            <a:srgbClr val="251D3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1005840"/>
            <a:ext cx="15087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10698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14813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 / Spring Data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995160" y="1371600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1005840"/>
            <a:ext cx="1508760" cy="731520"/>
          </a:xfrm>
          <a:prstGeom prst="rect">
            <a:avLst/>
          </a:prstGeom>
          <a:solidFill>
            <a:srgbClr val="2D1919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1005840"/>
            <a:ext cx="1508760" cy="640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10698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14813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 / MySQL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1440" y="2011680"/>
            <a:ext cx="1234440" cy="320040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" y="2011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Dominio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371600" y="2011680"/>
            <a:ext cx="1600200" cy="320040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017520" y="2011680"/>
            <a:ext cx="1600200" cy="320040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2011680"/>
            <a:ext cx="1417320" cy="320040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011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26480" y="2011680"/>
            <a:ext cx="1600200" cy="320040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772400" y="2011680"/>
            <a:ext cx="1188720" cy="320040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1440" y="2377440"/>
            <a:ext cx="886968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" y="2377440"/>
            <a:ext cx="64008" cy="457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1168" y="23774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371600" y="2377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FatturaController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017520" y="2377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FatturaService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663440" y="23774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6A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FatturaMapper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126480" y="2377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FatturaRepository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77240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DB_Fattura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91440" y="2871216"/>
            <a:ext cx="8869680" cy="457200"/>
          </a:xfrm>
          <a:prstGeom prst="rect">
            <a:avLst/>
          </a:prstGeom>
          <a:solidFill>
            <a:srgbClr val="111820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440" y="2871216"/>
            <a:ext cx="64008" cy="457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1168" y="287121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371600" y="287121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ProdottoController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017520" y="287121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ProdottoService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663440" y="287121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6A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ProdottoMapper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126480" y="287121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ProdottoRepository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772400" y="28712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DB_Prodotto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91440" y="3364992"/>
            <a:ext cx="886968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440" y="3364992"/>
            <a:ext cx="64008" cy="457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1168" y="336499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Magazzino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371600" y="33649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MagazzinoController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017520" y="33649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MagazzinoService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663440" y="33649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6A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MagazzinoMapper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126480" y="33649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MagazzinoRepository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772400" y="33649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DB_Magazzino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91440" y="3858768"/>
            <a:ext cx="8869680" cy="457200"/>
          </a:xfrm>
          <a:prstGeom prst="rect">
            <a:avLst/>
          </a:prstGeom>
          <a:solidFill>
            <a:srgbClr val="111820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1440" y="3858768"/>
            <a:ext cx="64008" cy="457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01168" y="38587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ProdottoMagazzino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371600" y="38587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ProdottoMagazzinoController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3017520" y="38587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ProdottoMagazzinoService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663440" y="38587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6A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ProdottoMagazzinoMapper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126480" y="38587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ProdottoMagazzinoRepository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7772400" y="38587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DB_ProdMag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91440" y="4352544"/>
            <a:ext cx="886968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1440" y="4352544"/>
            <a:ext cx="64008" cy="457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01168" y="435254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(Scheduler)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371600" y="43525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InventoryScheduler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017520" y="43525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JobExecutionService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4663440" y="43525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6A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126480" y="43525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JobExecutionRepository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7772400" y="435254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DB_JobExec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FLUSSO DI UNA RICHIESTA HTTP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926080" cy="457200"/>
          </a:xfrm>
          <a:prstGeom prst="rect">
            <a:avLst/>
          </a:prstGeom>
          <a:solidFill>
            <a:srgbClr val="0F2030"/>
          </a:solidFill>
          <a:ln w="19050">
            <a:solidFill>
              <a:srgbClr val="39C5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73152" cy="457200"/>
          </a:xfrm>
          <a:prstGeom prst="rect">
            <a:avLst/>
          </a:prstGeom>
          <a:solidFill>
            <a:srgbClr val="39C5CF"/>
          </a:solidFill>
          <a:ln w="12700">
            <a:solidFill>
              <a:srgbClr val="39C5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HTTP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10642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 POST / PUT / DELETE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828800" y="1325880"/>
            <a:ext cx="0" cy="12801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53896"/>
            <a:ext cx="2926080" cy="457200"/>
          </a:xfrm>
          <a:prstGeom prst="rect">
            <a:avLst/>
          </a:prstGeom>
          <a:solidFill>
            <a:srgbClr val="1C2B3A"/>
          </a:solidFill>
          <a:ln w="1905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453896"/>
            <a:ext cx="73152" cy="4572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45389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69164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  @RequestMapping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28800" y="1911096"/>
            <a:ext cx="0" cy="12801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039112"/>
            <a:ext cx="2926080" cy="457200"/>
          </a:xfrm>
          <a:prstGeom prst="rect">
            <a:avLst/>
          </a:prstGeom>
          <a:solidFill>
            <a:srgbClr val="1A2E1F"/>
          </a:solidFill>
          <a:ln w="19050">
            <a:solidFill>
              <a:srgbClr val="238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039112"/>
            <a:ext cx="73152" cy="45720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03911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227685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  Business Logic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828800" y="2496312"/>
            <a:ext cx="0" cy="12801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624328"/>
            <a:ext cx="2926080" cy="457200"/>
          </a:xfrm>
          <a:prstGeom prst="rect">
            <a:avLst/>
          </a:prstGeom>
          <a:solidFill>
            <a:srgbClr val="2D2208"/>
          </a:solidFill>
          <a:ln w="1905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624328"/>
            <a:ext cx="73152" cy="45720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62432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286207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  DTO ↔ Entity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828800" y="3081528"/>
            <a:ext cx="0" cy="12801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209544"/>
            <a:ext cx="2926080" cy="457200"/>
          </a:xfrm>
          <a:prstGeom prst="rect">
            <a:avLst/>
          </a:prstGeom>
          <a:solidFill>
            <a:srgbClr val="251D3D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209544"/>
            <a:ext cx="73152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20954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44728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JpaRepository&lt;T, ID&gt;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828800" y="3666744"/>
            <a:ext cx="0" cy="12801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794760"/>
            <a:ext cx="2926080" cy="457200"/>
          </a:xfrm>
          <a:prstGeom prst="rect">
            <a:avLst/>
          </a:prstGeom>
          <a:solidFill>
            <a:srgbClr val="2D1919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794760"/>
            <a:ext cx="73152" cy="4572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79476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03250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 / persist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828800" y="4251960"/>
            <a:ext cx="0" cy="12801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379976"/>
            <a:ext cx="2926080" cy="457200"/>
          </a:xfrm>
          <a:prstGeom prst="rect">
            <a:avLst/>
          </a:prstGeom>
          <a:solidFill>
            <a:srgbClr val="0F2030"/>
          </a:solidFill>
          <a:ln w="19050">
            <a:solidFill>
              <a:srgbClr val="39C5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379976"/>
            <a:ext cx="73152" cy="457200"/>
          </a:xfrm>
          <a:prstGeom prst="rect">
            <a:avLst/>
          </a:prstGeom>
          <a:solidFill>
            <a:srgbClr val="39C5CF"/>
          </a:solidFill>
          <a:ln w="12700">
            <a:solidFill>
              <a:srgbClr val="39C5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37997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JSON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461772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200 / 201 / 204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749040" y="868680"/>
            <a:ext cx="52120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49040" y="868680"/>
            <a:ext cx="54864" cy="6858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86200" y="8686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Input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86200" y="119786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@Valid · @RequestBody · BindingResult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749040" y="1691640"/>
            <a:ext cx="52120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49040" y="1691640"/>
            <a:ext cx="54864" cy="68580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86200" y="16916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Transazioni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886200" y="202082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 · rollback automatico su errori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749040" y="2514600"/>
            <a:ext cx="52120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0" y="2514600"/>
            <a:ext cx="54864" cy="68580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86200" y="25146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Bidirezionale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886200" y="28437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entityToDto() · dtoToEntity() per ogni chiamata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749040" y="3337560"/>
            <a:ext cx="52120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49040" y="3337560"/>
            <a:ext cx="54864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86200" y="33375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Ottimizzate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886200" y="366674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JPQL / findBy / @Query per query complesse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749040" y="4160520"/>
            <a:ext cx="52120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49040" y="4160520"/>
            <a:ext cx="54864" cy="685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86200" y="41605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886200" y="448970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Tutti gli errori → HTTP status corretto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DIPENDENZE CROSS-SERVICE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560320" cy="594360"/>
          </a:xfrm>
          <a:prstGeom prst="rect">
            <a:avLst/>
          </a:prstGeom>
          <a:solidFill>
            <a:srgbClr val="0F1E2E"/>
          </a:solidFill>
          <a:ln w="19050">
            <a:solidFill>
              <a:srgbClr val="39C5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594360"/>
          </a:xfrm>
          <a:prstGeom prst="rect">
            <a:avLst/>
          </a:prstGeom>
          <a:solidFill>
            <a:srgbClr val="39C5CF"/>
          </a:solidFill>
          <a:ln w="12700">
            <a:solidFill>
              <a:srgbClr val="39C5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144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InventoryScheduler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560320" cy="594360"/>
          </a:xfrm>
          <a:prstGeom prst="rect">
            <a:avLst/>
          </a:prstGeom>
          <a:solidFill>
            <a:srgbClr val="0F1E2E"/>
          </a:solidFill>
          <a:ln w="19050">
            <a:solidFill>
              <a:srgbClr val="39C5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64008" cy="594360"/>
          </a:xfrm>
          <a:prstGeom prst="rect">
            <a:avLst/>
          </a:prstGeom>
          <a:solidFill>
            <a:srgbClr val="39C5CF"/>
          </a:solidFill>
          <a:ln w="12700">
            <a:solidFill>
              <a:srgbClr val="39C5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9144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JobExecutionService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2560320" cy="594360"/>
          </a:xfrm>
          <a:prstGeom prst="rect">
            <a:avLst/>
          </a:prstGeom>
          <a:solidFill>
            <a:srgbClr val="1C2B3A"/>
          </a:solidFill>
          <a:ln w="1905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20240"/>
            <a:ext cx="64008" cy="5943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19202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FatturaService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920240"/>
            <a:ext cx="2560320" cy="594360"/>
          </a:xfrm>
          <a:prstGeom prst="rect">
            <a:avLst/>
          </a:prstGeom>
          <a:solidFill>
            <a:srgbClr val="1A2E1F"/>
          </a:solidFill>
          <a:ln w="19050">
            <a:solidFill>
              <a:srgbClr val="238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920240"/>
            <a:ext cx="64008" cy="59436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9202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ProdottoService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920240"/>
            <a:ext cx="2560320" cy="594360"/>
          </a:xfrm>
          <a:prstGeom prst="rect">
            <a:avLst/>
          </a:prstGeom>
          <a:solidFill>
            <a:srgbClr val="2D2208"/>
          </a:solidFill>
          <a:ln w="1905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920240"/>
            <a:ext cx="64008" cy="59436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19202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MagazzinoService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560320" cy="594360"/>
          </a:xfrm>
          <a:prstGeom prst="rect">
            <a:avLst/>
          </a:prstGeom>
          <a:solidFill>
            <a:srgbClr val="251D3D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26080"/>
            <a:ext cx="64008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2926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ProdottoMagazzinoService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931920"/>
            <a:ext cx="2560320" cy="594360"/>
          </a:xfrm>
          <a:prstGeom prst="rect">
            <a:avLst/>
          </a:prstGeom>
          <a:solidFill>
            <a:srgbClr val="2D1810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931920"/>
            <a:ext cx="64008" cy="59436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39319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Eccezioni (domain)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3931920"/>
            <a:ext cx="2560320" cy="594360"/>
          </a:xfrm>
          <a:prstGeom prst="rect">
            <a:avLst/>
          </a:prstGeom>
          <a:solidFill>
            <a:srgbClr val="1A1A3D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931920"/>
            <a:ext cx="64008" cy="5943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39319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554480" y="1216152"/>
            <a:ext cx="1645920" cy="0"/>
          </a:xfrm>
          <a:prstGeom prst="line">
            <a:avLst/>
          </a:prstGeom>
          <a:noFill/>
          <a:ln w="19050">
            <a:solidFill>
              <a:srgbClr val="39C5CF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28800" y="1078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orchestrates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554480" y="2221992"/>
            <a:ext cx="164592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28800" y="2084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checkStockLevels()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663440" y="2221992"/>
            <a:ext cx="1463040" cy="0"/>
          </a:xfrm>
          <a:prstGeom prst="line">
            <a:avLst/>
          </a:prstGeom>
          <a:noFill/>
          <a:ln w="19050">
            <a:solidFill>
              <a:srgbClr val="238636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846320" y="2084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checkStockLevels()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554480" y="2221992"/>
            <a:ext cx="0" cy="1005840"/>
          </a:xfrm>
          <a:prstGeom prst="line">
            <a:avLst/>
          </a:prstGeom>
          <a:noFill/>
          <a:ln w="19050">
            <a:solidFill>
              <a:srgbClr val="D29922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005840" y="2587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start()/success()/failed()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554480" y="4233672"/>
            <a:ext cx="1645920" cy="0"/>
          </a:xfrm>
          <a:prstGeom prst="line">
            <a:avLst/>
          </a:prstGeom>
          <a:noFill/>
          <a:ln w="19050">
            <a:solidFill>
              <a:srgbClr val="F0883E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28800" y="4096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HTTP status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126480" y="2926080"/>
            <a:ext cx="27432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0" y="2926080"/>
            <a:ext cx="2743200" cy="54864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2944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Validazioni MagazzinoService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72200" y="3383280"/>
            <a:ext cx="2606040" cy="274320"/>
          </a:xfrm>
          <a:prstGeom prst="rect">
            <a:avLst/>
          </a:prstGeom>
          <a:solidFill>
            <a:srgbClr val="2D2208"/>
          </a:solidFill>
          <a:ln w="6350">
            <a:solidFill>
              <a:srgbClr val="D299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3383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capacità = 0 → WARNING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72200" y="3712464"/>
            <a:ext cx="2606040" cy="274320"/>
          </a:xfrm>
          <a:prstGeom prst="rect">
            <a:avLst/>
          </a:prstGeom>
          <a:solidFill>
            <a:srgbClr val="2D1A0F"/>
          </a:solidFill>
          <a:ln w="6350">
            <a:solidFill>
              <a:srgbClr val="F088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36208" y="37124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quantità NULL → ERRORE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72200" y="4041648"/>
            <a:ext cx="2606040" cy="274320"/>
          </a:xfrm>
          <a:prstGeom prst="rect">
            <a:avLst/>
          </a:prstGeom>
          <a:solidFill>
            <a:srgbClr val="2D1A0F"/>
          </a:solidFill>
          <a:ln w="6350">
            <a:solidFill>
              <a:srgbClr val="F088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36208" y="4041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quantità &lt; 0 → ERRORE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C5CF"/>
          </a:solidFill>
          <a:ln w="12700">
            <a:solidFill>
              <a:srgbClr val="39C5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SCHEDULING — InventoryScheduler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fixedRate: ${inventory.check.rate}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3291840" cy="566928"/>
          </a:xfrm>
          <a:prstGeom prst="rect">
            <a:avLst/>
          </a:prstGeom>
          <a:solidFill>
            <a:srgbClr val="0A1929"/>
          </a:solidFill>
          <a:ln w="19050">
            <a:solidFill>
              <a:srgbClr val="39C5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274320" cy="566928"/>
          </a:xfrm>
          <a:prstGeom prst="rect">
            <a:avLst/>
          </a:prstGeom>
          <a:solidFill>
            <a:srgbClr val="39C5CF"/>
          </a:solidFill>
          <a:ln w="12700">
            <a:solidFill>
              <a:srgbClr val="39C5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868680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@Scheduled triggers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152144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fixedRateString = inventory.check.rate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920240" y="1435608"/>
            <a:ext cx="0" cy="109728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545336"/>
            <a:ext cx="3291840" cy="566928"/>
          </a:xfrm>
          <a:prstGeom prst="rect">
            <a:avLst/>
          </a:prstGeom>
          <a:solidFill>
            <a:srgbClr val="1A2E1F"/>
          </a:solidFill>
          <a:ln w="19050">
            <a:solidFill>
              <a:srgbClr val="238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545336"/>
            <a:ext cx="274320" cy="566928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54533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1545336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1828800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 record → StatusJob.RUNNING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920240" y="2112264"/>
            <a:ext cx="0" cy="109728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221992"/>
            <a:ext cx="3291840" cy="566928"/>
          </a:xfrm>
          <a:prstGeom prst="rect">
            <a:avLst/>
          </a:prstGeom>
          <a:solidFill>
            <a:srgbClr val="2D2208"/>
          </a:solidFill>
          <a:ln w="1905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221992"/>
            <a:ext cx="274320" cy="566928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22199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2221992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checkStockLevels()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2505456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MagazzinoService — calcola stock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920240" y="2788920"/>
            <a:ext cx="0" cy="164592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953512"/>
            <a:ext cx="1508760" cy="566928"/>
          </a:xfrm>
          <a:prstGeom prst="rect">
            <a:avLst/>
          </a:prstGeom>
          <a:solidFill>
            <a:srgbClr val="0D2010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53512"/>
            <a:ext cx="256032" cy="56692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953512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6928" y="2953512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success(job)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3236976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StatusJob.SUCCESS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011680" y="2953512"/>
            <a:ext cx="1508760" cy="566928"/>
          </a:xfrm>
          <a:prstGeom prst="rect">
            <a:avLst/>
          </a:prstGeom>
          <a:solidFill>
            <a:srgbClr val="2D1919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011680" y="2953512"/>
            <a:ext cx="256032" cy="56692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2953512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4b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304288" y="2953512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failed(job,type,e)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304288" y="3236976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StatusJob.FAILED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920240" y="2953512"/>
            <a:ext cx="-891540" cy="0"/>
          </a:xfrm>
          <a:prstGeom prst="line">
            <a:avLst/>
          </a:prstGeom>
          <a:noFill/>
          <a:ln w="12700">
            <a:solidFill>
              <a:srgbClr val="3FB9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0240" y="2953512"/>
            <a:ext cx="845820" cy="0"/>
          </a:xfrm>
          <a:prstGeom prst="line">
            <a:avLst/>
          </a:prstGeom>
          <a:noFill/>
          <a:ln w="12700">
            <a:solidFill>
              <a:srgbClr val="F851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31920" y="822960"/>
            <a:ext cx="4937760" cy="320040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0" y="822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— gestione eccezioni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931920" y="1188720"/>
            <a:ext cx="4937760" cy="594360"/>
          </a:xfrm>
          <a:prstGeom prst="rect">
            <a:avLst/>
          </a:prstGeom>
          <a:solidFill>
            <a:srgbClr val="1C1208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931920" y="1188720"/>
            <a:ext cx="54864" cy="59436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41648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InvalidCapacityException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041648" y="14904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handleFailure(job, StatusJobErrorType.SYSTEM_ERROR, e)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412480" y="1280160"/>
            <a:ext cx="411480" cy="2743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0" y="1280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931920" y="1874520"/>
            <a:ext cx="4937760" cy="594360"/>
          </a:xfrm>
          <a:prstGeom prst="rect">
            <a:avLst/>
          </a:prstGeom>
          <a:solidFill>
            <a:srgbClr val="1C1208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931920" y="1874520"/>
            <a:ext cx="54864" cy="59436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41648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 (fallback)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041648" y="21762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handleFailure(job, StatusJobErrorType.UNKNOWN, e)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412480" y="1965960"/>
            <a:ext cx="411480" cy="2743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12480" y="1965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31920" y="2651760"/>
            <a:ext cx="4937760" cy="594360"/>
          </a:xfrm>
          <a:prstGeom prst="rect">
            <a:avLst/>
          </a:prstGeom>
          <a:solidFill>
            <a:srgbClr val="0A1F2E"/>
          </a:solidFill>
          <a:ln w="12700">
            <a:solidFill>
              <a:srgbClr val="39C5C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31920" y="2651760"/>
            <a:ext cx="54864" cy="594360"/>
          </a:xfrm>
          <a:prstGeom prst="rect">
            <a:avLst/>
          </a:prstGeom>
          <a:solidFill>
            <a:srgbClr val="39C5CF"/>
          </a:solidFill>
          <a:ln w="12700">
            <a:solidFill>
              <a:srgbClr val="39C5C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41648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 — logJobEnd()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041648" y="2953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 fine · durata totale (H:MM:SS) · jobId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7432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StatusJob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3794760"/>
            <a:ext cx="1783080" cy="457200"/>
          </a:xfrm>
          <a:prstGeom prst="rect">
            <a:avLst/>
          </a:prstGeom>
          <a:solidFill>
            <a:srgbClr val="0F1E2E"/>
          </a:solidFill>
          <a:ln w="12700">
            <a:solidFill>
              <a:srgbClr val="39C5C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3794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47472" y="4023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esecuzione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194560" y="3794760"/>
            <a:ext cx="1783080" cy="457200"/>
          </a:xfrm>
          <a:prstGeom prst="rect">
            <a:avLst/>
          </a:prstGeom>
          <a:solidFill>
            <a:srgbClr val="0D201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67712" y="3794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267712" y="4023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Completato OK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114800" y="3794760"/>
            <a:ext cx="1783080" cy="457200"/>
          </a:xfrm>
          <a:prstGeom prst="rect">
            <a:avLst/>
          </a:prstGeom>
          <a:solidFill>
            <a:srgbClr val="2D191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87952" y="3794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187952" y="4023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Errore business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6035040" y="3794760"/>
            <a:ext cx="1783080" cy="457200"/>
          </a:xfrm>
          <a:prstGeom prst="rect">
            <a:avLst/>
          </a:prstGeom>
          <a:solidFill>
            <a:srgbClr val="2D1810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08192" y="3794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108192" y="4023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Errore di sistema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274320" y="4160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StatusJobErrorType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74320" y="4434840"/>
            <a:ext cx="3840480" cy="411480"/>
          </a:xfrm>
          <a:prstGeom prst="rect">
            <a:avLst/>
          </a:prstGeom>
          <a:solidFill>
            <a:srgbClr val="1C1208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7472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SYSTEM_ERROR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0" y="4434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"Errore di sistema imprevisto" · HTTP 500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297680" y="4434840"/>
            <a:ext cx="3840480" cy="411480"/>
          </a:xfrm>
          <a:prstGeom prst="rect">
            <a:avLst/>
          </a:prstGeom>
          <a:solidFill>
            <a:srgbClr val="1C1208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70832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UNKNOWN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400800" y="4434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"Errore sconosciuto" · HTTP 500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DI STATO — Stock &amp; Fattura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StockStatusMagazzino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0" y="822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fromPercentuale(double percent)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2743200" cy="914400"/>
          </a:xfrm>
          <a:prstGeom prst="rect">
            <a:avLst/>
          </a:prstGeom>
          <a:solidFill>
            <a:srgbClr val="0D2010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70432"/>
            <a:ext cx="274320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37360" y="1261872"/>
            <a:ext cx="822960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261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Severity.OK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65760" y="15727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dbValue: "GREEN"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83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50% → VERDE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170432"/>
            <a:ext cx="2743200" cy="914400"/>
          </a:xfrm>
          <a:prstGeom prst="rect">
            <a:avLst/>
          </a:prstGeom>
          <a:solidFill>
            <a:srgbClr val="2D2208"/>
          </a:solidFill>
          <a:ln w="1905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170432"/>
            <a:ext cx="2743200" cy="64008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1704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GIALLO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261872"/>
            <a:ext cx="822960" cy="25603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261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Severity.WARN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291840" y="15727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dbValue: "YELLOW"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91840" y="1783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 – 50% → GIALLO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170432"/>
            <a:ext cx="2743200" cy="914400"/>
          </a:xfrm>
          <a:prstGeom prst="rect">
            <a:avLst/>
          </a:prstGeom>
          <a:solidFill>
            <a:srgbClr val="2D1919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170432"/>
            <a:ext cx="2743200" cy="640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1704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ROSSO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589520" y="1261872"/>
            <a:ext cx="822960" cy="25603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261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Severity.ERROR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6217920" y="15727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dbValue: "RED"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17920" y="1783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5% → ROSSO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194560"/>
            <a:ext cx="8595360" cy="384048"/>
          </a:xfrm>
          <a:prstGeom prst="rect">
            <a:avLst/>
          </a:prstGeom>
          <a:solidFill>
            <a:srgbClr val="111820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1945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 percentuale = (quantitaTotale / capacita) × 100   →   ≤5% ROSSO  |  5–50% GIALLO  |  ≥50% VERDE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4320" y="2697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StockStatusProdotto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299008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fromQuantita(Integer quantita, Integer scortaMin)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246120"/>
            <a:ext cx="1389888" cy="914400"/>
          </a:xfrm>
          <a:prstGeom prst="rect">
            <a:avLst/>
          </a:prstGeom>
          <a:solidFill>
            <a:srgbClr val="0D2010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246120"/>
            <a:ext cx="1389888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" y="324612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" y="357530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"GREEN"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38328" y="376732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quantita &gt;= scortaMin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728216" y="3246120"/>
            <a:ext cx="1389888" cy="914400"/>
          </a:xfrm>
          <a:prstGeom prst="rect">
            <a:avLst/>
          </a:prstGeom>
          <a:solidFill>
            <a:srgbClr val="2D2208"/>
          </a:solidFill>
          <a:ln w="1905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728216" y="3246120"/>
            <a:ext cx="1389888" cy="54864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92224" y="324612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GIALLO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792224" y="357530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"YELLOW"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792224" y="376732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quantita &lt; scortaMin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182112" y="3246120"/>
            <a:ext cx="1389888" cy="914400"/>
          </a:xfrm>
          <a:prstGeom prst="rect">
            <a:avLst/>
          </a:prstGeom>
          <a:solidFill>
            <a:srgbClr val="2D1919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182112" y="3246120"/>
            <a:ext cx="1389888" cy="54864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46120" y="324612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ROSSO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46120" y="357530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"RED"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246120" y="376732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quantita == null || quantita == 0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74320" y="4251960"/>
            <a:ext cx="4297680" cy="347472"/>
          </a:xfrm>
          <a:prstGeom prst="rect">
            <a:avLst/>
          </a:prstGeom>
          <a:solidFill>
            <a:srgbClr val="111820"/>
          </a:solidFill>
          <a:ln w="12700">
            <a:solidFill>
              <a:srgbClr val="39C5C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2519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fromDbValue()  →  stream().filter().findFirst() oppure InvalidQuantityException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663440" y="2697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SXFatturaStatus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663440" y="299008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determine(importo, pagato, dataScadenza)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663440" y="3246120"/>
            <a:ext cx="1417320" cy="914400"/>
          </a:xfrm>
          <a:prstGeom prst="rect">
            <a:avLst/>
          </a:prstGeom>
          <a:solidFill>
            <a:srgbClr val="1A2840"/>
          </a:solidFill>
          <a:ln w="1905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63440" y="3246120"/>
            <a:ext cx="141732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27448" y="3246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EMESSA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727448" y="357530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"ISSUED"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727448" y="37673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— non scaduta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non pagata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144768" y="3246120"/>
            <a:ext cx="1417320" cy="914400"/>
          </a:xfrm>
          <a:prstGeom prst="rect">
            <a:avLst/>
          </a:prstGeom>
          <a:solidFill>
            <a:srgbClr val="2D1810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44768" y="3246120"/>
            <a:ext cx="141732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08776" y="3246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SCADUTA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208776" y="357530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"OVERDUE"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208776" y="37673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now().isAfter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(dataScadenza)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626096" y="3246120"/>
            <a:ext cx="1417320" cy="914400"/>
          </a:xfrm>
          <a:prstGeom prst="rect">
            <a:avLst/>
          </a:prstGeom>
          <a:solidFill>
            <a:srgbClr val="0D2010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626096" y="3246120"/>
            <a:ext cx="141732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90104" y="3246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PAGATA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690104" y="357530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"PAID"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690104" y="37673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pagato.compareTo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(importo) &gt;= 0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EXCEPTION HANDLER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468880" cy="731520"/>
          </a:xfrm>
          <a:prstGeom prst="rect">
            <a:avLst/>
          </a:prstGeom>
          <a:solidFill>
            <a:srgbClr val="2D1810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2468880" cy="640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Exception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thrown in Service layer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0" y="1234440"/>
            <a:ext cx="457200" cy="0"/>
          </a:xfrm>
          <a:prstGeom prst="line">
            <a:avLst/>
          </a:prstGeom>
          <a:noFill/>
          <a:ln w="25400">
            <a:solidFill>
              <a:srgbClr val="F088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868680"/>
            <a:ext cx="2468880" cy="731520"/>
          </a:xfrm>
          <a:prstGeom prst="rect">
            <a:avLst/>
          </a:prstGeom>
          <a:solidFill>
            <a:srgbClr val="1A1A3D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0" y="868680"/>
            <a:ext cx="246888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868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@ControllerAdvice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@ExceptionHandler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0" y="1234440"/>
            <a:ext cx="457200" cy="0"/>
          </a:xfrm>
          <a:prstGeom prst="line">
            <a:avLst/>
          </a:prstGeom>
          <a:noFill/>
          <a:ln w="25400">
            <a:solidFill>
              <a:srgbClr val="F088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868680"/>
            <a:ext cx="2468880" cy="731520"/>
          </a:xfrm>
          <a:prstGeom prst="rect">
            <a:avLst/>
          </a:prstGeom>
          <a:solidFill>
            <a:srgbClr val="1A2E1F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868680"/>
            <a:ext cx="246888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868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error body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status code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1920240"/>
            <a:ext cx="4114800" cy="457200"/>
          </a:xfrm>
          <a:prstGeom prst="rect">
            <a:avLst/>
          </a:prstGeom>
          <a:solidFill>
            <a:srgbClr val="2D1111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002536"/>
            <a:ext cx="457200" cy="2926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002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868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ResourceNotFoundException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468880"/>
            <a:ext cx="4114800" cy="457200"/>
          </a:xfrm>
          <a:prstGeom prst="rect">
            <a:avLst/>
          </a:prstGeom>
          <a:solidFill>
            <a:srgbClr val="2D2208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551176"/>
            <a:ext cx="457200" cy="292608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5511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868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ProdottoException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4114800" cy="457200"/>
          </a:xfrm>
          <a:prstGeom prst="rect">
            <a:avLst/>
          </a:prstGeom>
          <a:solidFill>
            <a:srgbClr val="2D2208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099816"/>
            <a:ext cx="457200" cy="292608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0998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SXFatturaException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566160"/>
            <a:ext cx="4114800" cy="457200"/>
          </a:xfrm>
          <a:prstGeom prst="rect">
            <a:avLst/>
          </a:prstGeom>
          <a:solidFill>
            <a:srgbClr val="2D2208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648456"/>
            <a:ext cx="457200" cy="292608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484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8680" y="3566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SXProdottoMagazzinoException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1920240"/>
            <a:ext cx="4114800" cy="457200"/>
          </a:xfrm>
          <a:prstGeom prst="rect">
            <a:avLst/>
          </a:prstGeom>
          <a:solidFill>
            <a:srgbClr val="2D1810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2002536"/>
            <a:ext cx="457200" cy="2926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002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4924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IllegalArgumentException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2468880"/>
            <a:ext cx="4114800" cy="457200"/>
          </a:xfrm>
          <a:prstGeom prst="rect">
            <a:avLst/>
          </a:prstGeom>
          <a:solidFill>
            <a:srgbClr val="2D1810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2551176"/>
            <a:ext cx="457200" cy="2926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5511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4924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JobException (dynamic)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3017520"/>
            <a:ext cx="4114800" cy="457200"/>
          </a:xfrm>
          <a:prstGeom prst="rect">
            <a:avLst/>
          </a:prstGeom>
          <a:solidFill>
            <a:srgbClr val="2D1111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0600" y="3099816"/>
            <a:ext cx="457200" cy="2926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0998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4924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 (fallback)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54880" y="4297680"/>
            <a:ext cx="41148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431596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Tutti gli handler restituiscono un ErrorResponse DTO standardizzato con timestamp, status, message e path della richiesta.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 &amp; Punti Chiave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Architettura robusta, scalabile e manutenibile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65960"/>
            <a:ext cx="54864" cy="7772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Separazione dei Layer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Controller, Service, Mapper, Repository: ogni strato ha una sola responsabilità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09160" y="196596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9C5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965960"/>
            <a:ext cx="54864" cy="777240"/>
          </a:xfrm>
          <a:prstGeom prst="rect">
            <a:avLst/>
          </a:prstGeom>
          <a:solidFill>
            <a:srgbClr val="39C5CF"/>
          </a:solidFill>
          <a:ln w="12700">
            <a:solidFill>
              <a:srgbClr val="39C5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9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Automatico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286000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InventoryScheduler orchestra i job con stato RUNNING / SUCCESS / FAILED tracciato su DB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0360"/>
            <a:ext cx="54864" cy="7772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Dipendenze Controllate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200400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FatturaService → ProdottoService → MagazzinoService: catena unidirezionale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09160" y="288036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880360"/>
            <a:ext cx="54864" cy="77724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Stock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200400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cap=0 produce warning; quantità NULL o &lt;0 genera eccezione bloccante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79476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794760"/>
            <a:ext cx="54864" cy="7772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Globale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114800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@ControllerAdvice mappa tutte le eccezioni in risposte HTTP standardizzate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09160" y="379476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794760"/>
            <a:ext cx="54864" cy="7772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Pattern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4114800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 dedicato per ogni dominio: nessuna entità JPA esposta direttamente all'API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Architettura Sistema</dc:title>
  <dc:subject>PptxGenJS Presentation</dc:subject>
  <dc:creator>PptxGenJS</dc:creator>
  <cp:lastModifiedBy>PptxGenJS</cp:lastModifiedBy>
  <cp:revision>1</cp:revision>
  <dcterms:created xsi:type="dcterms:W3CDTF">2026-02-23T10:50:40Z</dcterms:created>
  <dcterms:modified xsi:type="dcterms:W3CDTF">2026-02-23T10:50:40Z</dcterms:modified>
</cp:coreProperties>
</file>