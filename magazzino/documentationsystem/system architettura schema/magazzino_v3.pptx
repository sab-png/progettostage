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24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035040" y="457200"/>
            <a:ext cx="2834640" cy="420624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2286000" cy="256032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852160" y="7315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E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36576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106070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4572000" cy="0"/>
          </a:xfrm>
          <a:prstGeom prst="line">
            <a:avLst/>
          </a:prstGeom>
          <a:noFill/>
          <a:ln w="1016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2715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4.0.1  ·  Java 21  ·  Oracle XE 21c  ·  Docker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Versione 3.0  ·  26 Febbraio 2026  ·  Aggiornato &amp; Sincronizzato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1143000" cy="804672"/>
          </a:xfrm>
          <a:prstGeom prst="rect">
            <a:avLst/>
          </a:prstGeom>
          <a:solidFill>
            <a:srgbClr val="121A2E"/>
          </a:solidFill>
          <a:ln w="1524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1143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" y="34472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Java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3401568"/>
            <a:ext cx="1143000" cy="804672"/>
          </a:xfrm>
          <a:prstGeom prst="rect">
            <a:avLst/>
          </a:prstGeom>
          <a:solidFill>
            <a:srgbClr val="121A2E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1737360" y="3401568"/>
            <a:ext cx="1143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737360" y="34472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71800" y="3401568"/>
            <a:ext cx="1143000" cy="804672"/>
          </a:xfrm>
          <a:prstGeom prst="rect">
            <a:avLst/>
          </a:prstGeom>
          <a:solidFill>
            <a:srgbClr val="121A2E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2971800" y="3401568"/>
            <a:ext cx="1143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971800" y="34472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971800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206240" y="3401568"/>
            <a:ext cx="1143000" cy="804672"/>
          </a:xfrm>
          <a:prstGeom prst="rect">
            <a:avLst/>
          </a:prstGeom>
          <a:solidFill>
            <a:srgbClr val="121A2E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206240" y="3401568"/>
            <a:ext cx="1143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206240" y="34472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206240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4352544"/>
            <a:ext cx="1261872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02920" y="43525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65+ Classi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74520" y="4352544"/>
            <a:ext cx="1261872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874520" y="43525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 DTOs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4352544"/>
            <a:ext cx="1261872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246120" y="43525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Enums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4352544"/>
            <a:ext cx="1261872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617720" y="43525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Entities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89320" y="4352544"/>
            <a:ext cx="1261872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989320" y="43525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Repos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360920" y="4352544"/>
            <a:ext cx="1261872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360920" y="43525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Scheduler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SOMMARIO ESECUTIVO  ·  Stack &amp; Conteggio Componenti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per gestione Prodotti, Magazzini, Fatture e Job schedulati  ·  69 file Java + 13 config = 82 file totali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DOMINI APPLICATIVI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3931920" cy="676656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6766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0080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Prodotti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Catalogo prodotti, CRUD completo, giacenze per magazzino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975104"/>
            <a:ext cx="3931920" cy="676656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57200" y="1975104"/>
            <a:ext cx="6400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" y="2011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Magazzini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Sedi fisiche, capacità, inventario e livelli stock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3931920" cy="676656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57200" y="2761488"/>
            <a:ext cx="6400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40080" y="27980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Fatture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Ordini, calcolo importi, tracciamento stato BOZZA→PAGATA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3931920" cy="676656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64008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080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Job schedulati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InventoryScheduler — aggiornamento automatico giacenze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CONTEGGIO COMPONENTI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188720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846320" y="1188720"/>
            <a:ext cx="4572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983480" y="11887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36792" y="1243584"/>
            <a:ext cx="329184" cy="219456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336792" y="124358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20840" y="11887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ProdottoController, Magazzino, Fattura, Jobs, Home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4846320" y="1572768"/>
            <a:ext cx="4572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983480" y="15727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36792" y="1627632"/>
            <a:ext cx="329184" cy="219456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6336792" y="16276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20840" y="15727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Interfacce + 5 Impl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1956816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4846320" y="1956816"/>
            <a:ext cx="4572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983480" y="19568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36792" y="2011680"/>
            <a:ext cx="329184" cy="219456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336792" y="20116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20840" y="19568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Data JPA extends JpaRepository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46320" y="2340864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4846320" y="2340864"/>
            <a:ext cx="45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4983480" y="23408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36792" y="2395728"/>
            <a:ext cx="329184" cy="219456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6336792" y="23957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20840" y="2340864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+ 6 Enum = 11 classi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46320" y="2724912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52"/>
          <p:cNvSpPr/>
          <p:nvPr/>
        </p:nvSpPr>
        <p:spPr>
          <a:xfrm>
            <a:off x="4846320" y="2724912"/>
            <a:ext cx="457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4983480" y="27249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36792" y="2779776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6336792" y="27797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20840" y="272491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Request/Response/Search per dominio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3108960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4846320" y="3108960"/>
            <a:ext cx="45720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4983480" y="31089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36792" y="3163824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6336792" y="31638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720840" y="31089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Interfacce + 5 MapperImpl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846320" y="3493008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Shape 64"/>
          <p:cNvSpPr/>
          <p:nvPr/>
        </p:nvSpPr>
        <p:spPr>
          <a:xfrm>
            <a:off x="4846320" y="3493008"/>
            <a:ext cx="45720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4983480" y="34930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336792" y="3547872"/>
            <a:ext cx="329184" cy="219456"/>
          </a:xfrm>
          <a:prstGeom prst="roundRect">
            <a:avLst>
              <a:gd name="adj" fmla="val 8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6336792" y="35478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720840" y="34930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ResourceNotFoundException + jobsexceptions/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846320" y="3877056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/>
          <p:cNvSpPr/>
          <p:nvPr/>
        </p:nvSpPr>
        <p:spPr>
          <a:xfrm>
            <a:off x="4846320" y="3877056"/>
            <a:ext cx="45720" cy="329184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4983480" y="38770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Jobs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336792" y="3931920"/>
            <a:ext cx="329184" cy="219456"/>
          </a:xfrm>
          <a:prstGeom prst="roundRect">
            <a:avLst>
              <a:gd name="adj" fmla="val 8333"/>
            </a:avLst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6336792" y="39319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720840" y="387705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InventoryScheduler @Scheduled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846320" y="4261104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Shape 76"/>
          <p:cNvSpPr/>
          <p:nvPr/>
        </p:nvSpPr>
        <p:spPr>
          <a:xfrm>
            <a:off x="4846320" y="4261104"/>
            <a:ext cx="4572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4983480" y="42611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336792" y="4315968"/>
            <a:ext cx="329184" cy="219456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6336792" y="43159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65+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720840" y="4261104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 Java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Shape 82"/>
          <p:cNvSpPr/>
          <p:nvPr/>
        </p:nvSpPr>
        <p:spPr>
          <a:xfrm>
            <a:off x="457200" y="4608576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83"/>
          <p:cNvSpPr/>
          <p:nvPr/>
        </p:nvSpPr>
        <p:spPr>
          <a:xfrm>
            <a:off x="640080" y="4608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Java 21 · Spring Boot 4.0.1 · JPA/Hibernate 6.4.x · Oracle XE 21c · Maven 3.9.x · Docker · Lombok · JUnit 5 · Jacoco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PROGETTO  ·  File Tree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 file totali  ·  src/main/java/it/spindox/stagelab/magazzino/  ·  Docker + Maven + Oracle XE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TREE (src/main/java/...)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30352" y="128016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94944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76272" y="11887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REST Controllers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536192"/>
            <a:ext cx="3931920" cy="29260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30352" y="162763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94944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7627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Service files (5+5)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1883664"/>
            <a:ext cx="3931920" cy="29260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30352" y="1975104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94944" y="1883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76272" y="18836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JPA Repositories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231136"/>
            <a:ext cx="3931920" cy="29260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30352" y="23225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94944" y="2231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76272" y="22311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Entity + 6 Enum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578608"/>
            <a:ext cx="3931920" cy="29260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530352" y="2670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94944" y="2578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mappers/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76272" y="2578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Mapper files (5+5)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3931920" cy="29260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530352" y="3017520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94944" y="2926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76272" y="2926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 DTO per dominio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273552"/>
            <a:ext cx="3931920" cy="29260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530352" y="3364992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94944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76272" y="32735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 Exceptions + Handler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621024"/>
            <a:ext cx="3931920" cy="29260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530352" y="3712464"/>
            <a:ext cx="109728" cy="109728"/>
          </a:xfrm>
          <a:prstGeom prst="ellipse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94944" y="3621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configurations/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76272" y="3621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SpringDataConfig, WebConfig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968496"/>
            <a:ext cx="3931920" cy="29260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530352" y="4059936"/>
            <a:ext cx="109728" cy="109728"/>
          </a:xfrm>
          <a:prstGeom prst="ellipse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94944" y="3968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converter/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76272" y="39684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StockStatusConverter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315968"/>
            <a:ext cx="3931920" cy="29260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530352" y="440740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94944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sjobs/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76272" y="43159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InventoryScheduler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9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PROJECT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1188720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52"/>
          <p:cNvSpPr/>
          <p:nvPr/>
        </p:nvSpPr>
        <p:spPr>
          <a:xfrm>
            <a:off x="4846320" y="1188720"/>
            <a:ext cx="4572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4983480" y="1188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MagazzinoApplication.java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84848" y="1188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 entry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846320" y="1572768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Shape 56"/>
          <p:cNvSpPr/>
          <p:nvPr/>
        </p:nvSpPr>
        <p:spPr>
          <a:xfrm>
            <a:off x="4846320" y="1572768"/>
            <a:ext cx="45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4983480" y="15727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784848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 — Java 21, Spring Boot 4.0.1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846320" y="1956816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4846320" y="1956816"/>
            <a:ext cx="4572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4983480" y="19568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784848" y="1956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configuration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846320" y="2340864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Shape 64"/>
          <p:cNvSpPr/>
          <p:nvPr/>
        </p:nvSpPr>
        <p:spPr>
          <a:xfrm>
            <a:off x="4846320" y="2340864"/>
            <a:ext cx="4572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4983480" y="23408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784848" y="2340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+ Oracle XE orchestration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846320" y="2724912"/>
            <a:ext cx="3840480" cy="329184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Shape 68"/>
          <p:cNvSpPr/>
          <p:nvPr/>
        </p:nvSpPr>
        <p:spPr>
          <a:xfrm>
            <a:off x="4846320" y="2724912"/>
            <a:ext cx="457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4983480" y="27249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784848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configuration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846320" y="3108960"/>
            <a:ext cx="3840480" cy="329184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Shape 72"/>
          <p:cNvSpPr/>
          <p:nvPr/>
        </p:nvSpPr>
        <p:spPr>
          <a:xfrm>
            <a:off x="4846320" y="3108960"/>
            <a:ext cx="45720" cy="329184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4983480" y="31089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runner.sh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784848" y="3108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automation script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846320" y="3584448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Shape 76"/>
          <p:cNvSpPr/>
          <p:nvPr/>
        </p:nvSpPr>
        <p:spPr>
          <a:xfrm>
            <a:off x="4937760" y="365760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5120640" y="358444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&amp; BUILD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79"/>
          <p:cNvSpPr/>
          <p:nvPr/>
        </p:nvSpPr>
        <p:spPr>
          <a:xfrm>
            <a:off x="4846320" y="3931920"/>
            <a:ext cx="4572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49834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MagazzinoApplicationTests.java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830568" y="39319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 integration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Shape 83"/>
          <p:cNvSpPr/>
          <p:nvPr/>
        </p:nvSpPr>
        <p:spPr>
          <a:xfrm>
            <a:off x="4846320" y="4251960"/>
            <a:ext cx="4572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49834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services/jobTest.java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830568" y="42519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test JobExecutionService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Shape 87"/>
          <p:cNvSpPr/>
          <p:nvPr/>
        </p:nvSpPr>
        <p:spPr>
          <a:xfrm>
            <a:off x="4846320" y="4572000"/>
            <a:ext cx="45720" cy="274320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88"/>
          <p:cNvSpPr/>
          <p:nvPr/>
        </p:nvSpPr>
        <p:spPr>
          <a:xfrm>
            <a:off x="498348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application-test.properties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830568" y="45720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configuration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846320" y="4892040"/>
            <a:ext cx="384048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3" name="Shape 91"/>
          <p:cNvSpPr/>
          <p:nvPr/>
        </p:nvSpPr>
        <p:spPr>
          <a:xfrm>
            <a:off x="4846320" y="4892040"/>
            <a:ext cx="457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4" name="Text 92"/>
          <p:cNvSpPr/>
          <p:nvPr/>
        </p:nvSpPr>
        <p:spPr>
          <a:xfrm>
            <a:off x="49834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target/magazzino-app.jar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830568" y="4892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Artifact finale Maven build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 LAYER  ·  Flusso HTTP Request-Response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Ogni richiesta attraversa i layer in sequenza — nessun salto di livello consentito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114800" cy="566928"/>
          </a:xfrm>
          <a:prstGeom prst="rect">
            <a:avLst/>
          </a:prstGeom>
          <a:solidFill>
            <a:srgbClr val="061518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85216" y="92354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85216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896112"/>
            <a:ext cx="34747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117763"/>
            <a:ext cx="34747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JSON Payload  ·  GET/POST/PUT/PATCH/DELETE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389888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450592" y="1408176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4114800" cy="566928"/>
          </a:xfrm>
          <a:prstGeom prst="rect">
            <a:avLst/>
          </a:prstGeom>
          <a:solidFill>
            <a:srgbClr val="0D0E20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57200" y="1481328"/>
            <a:ext cx="6400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85216" y="158191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85216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1554480"/>
            <a:ext cx="34747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1776131"/>
            <a:ext cx="34747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  @RequestMapping  @Valid  @Slf4j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2048256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2450592" y="2066544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57200" y="2139696"/>
            <a:ext cx="4114800" cy="566928"/>
          </a:xfrm>
          <a:prstGeom prst="rect">
            <a:avLst/>
          </a:prstGeom>
          <a:solidFill>
            <a:srgbClr val="110D1E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7200" y="2139696"/>
            <a:ext cx="6400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585216" y="224028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85216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2212848"/>
            <a:ext cx="34747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434499"/>
            <a:ext cx="34747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  @Transactional  Business Logic  @RequiredArgsConstructor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2706624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2450592" y="2724912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57200" y="2798064"/>
            <a:ext cx="4114800" cy="566928"/>
          </a:xfrm>
          <a:prstGeom prst="rect">
            <a:avLst/>
          </a:prstGeom>
          <a:solidFill>
            <a:srgbClr val="160F02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457200" y="2798064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585216" y="28986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85216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" y="2871216"/>
            <a:ext cx="34747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" y="3092867"/>
            <a:ext cx="34747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  toEntity() / toResponse() / updateEntity()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14600" y="3364992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2450592" y="3383280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57200" y="3456432"/>
            <a:ext cx="4114800" cy="566928"/>
          </a:xfrm>
          <a:prstGeom prst="rect">
            <a:avLst/>
          </a:prstGeom>
          <a:solidFill>
            <a:srgbClr val="041510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457200" y="3456432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585216" y="355701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85216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24128" y="3529584"/>
            <a:ext cx="34747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24128" y="3751235"/>
            <a:ext cx="34747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JpaRepository&lt;Entity,Long&gt;  @Query  searchIds / search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14600" y="4023360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2450592" y="4041648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457200" y="4114800"/>
            <a:ext cx="4114800" cy="566928"/>
          </a:xfrm>
          <a:prstGeom prst="rect">
            <a:avLst/>
          </a:prstGeom>
          <a:solidFill>
            <a:srgbClr val="180608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457200" y="4114800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585216" y="4215384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85216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4128" y="4187952"/>
            <a:ext cx="34747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4128" y="4409603"/>
            <a:ext cx="34747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XE 21c  ·  T_PRODOTTI / T_MAGAZZINI / T_FATTURE / T_JOB_EXECUTION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0" y="82296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52"/>
          <p:cNvSpPr/>
          <p:nvPr/>
        </p:nvSpPr>
        <p:spPr>
          <a:xfrm>
            <a:off x="512064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5303520" y="8229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PATH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29200" y="1170432"/>
            <a:ext cx="3657600" cy="36576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Shape 55"/>
          <p:cNvSpPr/>
          <p:nvPr/>
        </p:nvSpPr>
        <p:spPr>
          <a:xfrm>
            <a:off x="5029200" y="1170432"/>
            <a:ext cx="45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5175504" y="1170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→ Entity salvata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0" y="1591056"/>
            <a:ext cx="3657600" cy="36576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5029200" y="1591056"/>
            <a:ext cx="45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5175504" y="15910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mapper.toResponse(entity)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5029200" y="2011680"/>
            <a:ext cx="45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5175504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 → Entity → DTO con calcoli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029200" y="2432304"/>
            <a:ext cx="3657600" cy="36576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Shape 64"/>
          <p:cNvSpPr/>
          <p:nvPr/>
        </p:nvSpPr>
        <p:spPr>
          <a:xfrm>
            <a:off x="5029200" y="2432304"/>
            <a:ext cx="45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5175504" y="24323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→ ResponseEntity&lt;DTO&gt;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29200" y="2852928"/>
            <a:ext cx="3657600" cy="36576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67"/>
          <p:cNvSpPr/>
          <p:nvPr/>
        </p:nvSpPr>
        <p:spPr>
          <a:xfrm>
            <a:off x="5029200" y="2852928"/>
            <a:ext cx="45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5175504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200/201/204 + JSON body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9200" y="333756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/>
          <p:cNvSpPr/>
          <p:nvPr/>
        </p:nvSpPr>
        <p:spPr>
          <a:xfrm>
            <a:off x="5120640" y="34107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5303520" y="33375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CRUD STANDARD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029200" y="3685032"/>
            <a:ext cx="365760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5138928" y="36850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create(Request)  →  void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029200" y="3941064"/>
            <a:ext cx="3657600" cy="219456"/>
          </a:xfrm>
          <a:prstGeom prst="rect">
            <a:avLst/>
          </a:prstGeom>
          <a:solidFill>
            <a:srgbClr val="0C112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5138928" y="394106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getById(id)  →  Response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029200" y="4197096"/>
            <a:ext cx="365760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5138928" y="41970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getAllPaged(page,size)  →  Page&lt;R&gt;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029200" y="4453128"/>
            <a:ext cx="3657600" cy="219456"/>
          </a:xfrm>
          <a:prstGeom prst="rect">
            <a:avLst/>
          </a:prstGeom>
          <a:solidFill>
            <a:srgbClr val="0C112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5138928" y="44531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searchIds(Request)  →  Page&lt;Long&gt;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029200" y="4709160"/>
            <a:ext cx="365760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1"/>
          <p:cNvSpPr/>
          <p:nvPr/>
        </p:nvSpPr>
        <p:spPr>
          <a:xfrm>
            <a:off x="5138928" y="47091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search(Request)  →  Page&lt;Response&gt;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029200" y="4965192"/>
            <a:ext cx="3657600" cy="219456"/>
          </a:xfrm>
          <a:prstGeom prst="rect">
            <a:avLst/>
          </a:prstGeom>
          <a:solidFill>
            <a:srgbClr val="0C112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83"/>
          <p:cNvSpPr/>
          <p:nvPr/>
        </p:nvSpPr>
        <p:spPr>
          <a:xfrm>
            <a:off x="5138928" y="49651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update(id, Request)  →  void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029200" y="5221224"/>
            <a:ext cx="365760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Text 85"/>
          <p:cNvSpPr/>
          <p:nvPr/>
        </p:nvSpPr>
        <p:spPr>
          <a:xfrm>
            <a:off x="5138928" y="52212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delete(id)  →  void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·  5 HTTP Entry 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  @RequestMapping  @Valid  @Slf4j  ·  Routing diverso per ogni risorsa  ·  20+ Endpoints totali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069080" cy="123444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6400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40690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4360" y="8595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ProdottoController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896112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46120" y="896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/prodotti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" y="1225296"/>
            <a:ext cx="38404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58368" y="1225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/prodotti → Page&lt;Long&gt; (IDs filtrati)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1472184"/>
            <a:ext cx="38404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8368" y="1472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/prodotti/list → Page&lt;ProdottoResponse&gt;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1719072"/>
            <a:ext cx="38404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58368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/prodotti/{id} → ProdottoResponse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368" y="1965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+ 4 endpoints...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167128"/>
            <a:ext cx="4069080" cy="123444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57200" y="216712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57200" y="2167128"/>
            <a:ext cx="40690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94360" y="22037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MagazzinoController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240280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246120" y="2240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/magazzino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4360" y="2569464"/>
            <a:ext cx="38404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58368" y="2569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/magazzino → Page&lt;Long&gt; (IDs)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4360" y="2816352"/>
            <a:ext cx="38404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58368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/magazzino/list → Page&lt;MagazzinoResponse&gt;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" y="3063240"/>
            <a:ext cx="38404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58368" y="3063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/magazzino/{id} → MagazzinoResponse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8368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+ 4 endpoints...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7200" y="3511296"/>
            <a:ext cx="4069080" cy="123444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457200" y="3511296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57200" y="3511296"/>
            <a:ext cx="4069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94360" y="3547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FatturaController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3584448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3246120" y="3584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/fatture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4360" y="3913632"/>
            <a:ext cx="38404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58368" y="3913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/fatture → Page&lt;Long&gt;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4360" y="4160520"/>
            <a:ext cx="38404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58368" y="4160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/fatture/list → Page&lt;FatturaResponse&gt;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94360" y="4407408"/>
            <a:ext cx="38404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58368" y="4407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/fatture/{id} → FatturaResponse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8368" y="4654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+ 5 endpoints...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46320" y="822960"/>
            <a:ext cx="4069080" cy="187452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4846320" y="822960"/>
            <a:ext cx="64008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4846320" y="822960"/>
            <a:ext cx="40690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4983480" y="8595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JobExecutionController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35240" y="896112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7635240" y="896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/jobs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83480" y="1225296"/>
            <a:ext cx="38404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047488" y="1225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 → JobExecutionResponse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983480" y="1499616"/>
            <a:ext cx="3840480" cy="237744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5047488" y="1499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/jobs/list → Page&lt;JobExecutionResponse&gt;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983480" y="1773936"/>
            <a:ext cx="38404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5047488" y="17739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/jobs/errors/last → ultimo errore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983480" y="2048256"/>
            <a:ext cx="3840480" cy="237744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5047488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/jobs/search → ricerca job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83480" y="2322576"/>
            <a:ext cx="38404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5047488" y="23225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/jobs/{jobName}/run → manuale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46320" y="2816352"/>
            <a:ext cx="4069080" cy="914400"/>
          </a:xfrm>
          <a:prstGeom prst="rect">
            <a:avLst/>
          </a:prstGeom>
          <a:solidFill>
            <a:srgbClr val="0A0D16"/>
          </a:solidFill>
          <a:ln w="15240">
            <a:solidFill>
              <a:srgbClr val="8F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4846320" y="2816352"/>
            <a:ext cx="64008" cy="914400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62"/>
          <p:cNvSpPr/>
          <p:nvPr/>
        </p:nvSpPr>
        <p:spPr>
          <a:xfrm>
            <a:off x="4846320" y="2816352"/>
            <a:ext cx="4069080" cy="54864"/>
          </a:xfrm>
          <a:prstGeom prst="rect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4983480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HomeController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635240" y="2889504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7635240" y="28895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983480" y="3218688"/>
            <a:ext cx="38404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5047488" y="3218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/home → benvenuto app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983480" y="3493008"/>
            <a:ext cx="3840480" cy="237744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5047488" y="3493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/home/health → status UP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983480" y="3767328"/>
            <a:ext cx="38404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5047488" y="3767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/home/info → app info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·  Business Logic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  @Transactional  @RequiredArgsConstructor  @Slf4j  ·  5 Interfacce + 5 Implementazioni = 10 file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INTERFACE + IMPLEMENTATION — Pattern separazione contratto / logica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1170432"/>
            <a:ext cx="8229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94360" y="1298448"/>
            <a:ext cx="2212848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12984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ProdottoService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435608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999232" y="1298448"/>
            <a:ext cx="2423160" cy="27432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99232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ProdottoServiceImpl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04688" y="1261872"/>
            <a:ext cx="0" cy="38404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596128" y="117043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getById · getAllPaged · searchIds · search · update · delete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837944"/>
            <a:ext cx="82296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57200" y="1837944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57200" y="1837944"/>
            <a:ext cx="8229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94360" y="1965960"/>
            <a:ext cx="2212848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94360" y="196596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MagazzinoService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2103120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2999232" y="1965960"/>
            <a:ext cx="2423160" cy="2743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99232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MagazzinoServiceImpl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04688" y="1929384"/>
            <a:ext cx="0" cy="38404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596128" y="183794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getById · getAllPaged · searchIds · search · update · delete · calcolo giacenze%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505456"/>
            <a:ext cx="82296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57200" y="2505456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457200" y="2505456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594360" y="2633472"/>
            <a:ext cx="2212848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94360" y="26334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FatturaService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0" y="2770632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2999232" y="2633472"/>
            <a:ext cx="2423160" cy="2743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2999232" y="2633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FatturaServiceImpl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04688" y="2596896"/>
            <a:ext cx="0" cy="38404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596128" y="250545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getById · getAllPaged · searchIds · search · getByProdotto · update · delete · stato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172968"/>
            <a:ext cx="82296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457200" y="3172968"/>
            <a:ext cx="6400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457200" y="3172968"/>
            <a:ext cx="82296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594360" y="3300984"/>
            <a:ext cx="2212848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594360" y="33009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ProdottoMagazzinoService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3438144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2999232" y="3300984"/>
            <a:ext cx="2423160" cy="2743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2999232" y="3300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ProdottoMagazzinoServiceImpl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04688" y="3264408"/>
            <a:ext cx="0" cy="38404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5596128" y="317296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manageStock · updateGiacenza · getStockStatus · searchByStatus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3840480"/>
            <a:ext cx="82296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1" name="Shape 49"/>
          <p:cNvSpPr/>
          <p:nvPr/>
        </p:nvSpPr>
        <p:spPr>
          <a:xfrm>
            <a:off x="457200" y="3840480"/>
            <a:ext cx="6400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Shape 51"/>
          <p:cNvSpPr/>
          <p:nvPr/>
        </p:nvSpPr>
        <p:spPr>
          <a:xfrm>
            <a:off x="594360" y="3968496"/>
            <a:ext cx="2212848" cy="27432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594360" y="39684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JobExecutionService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834640" y="4105656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Shape 54"/>
          <p:cNvSpPr/>
          <p:nvPr/>
        </p:nvSpPr>
        <p:spPr>
          <a:xfrm>
            <a:off x="2999232" y="3968496"/>
            <a:ext cx="2423160" cy="2743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2999232" y="39684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JobExecutionServiceImpl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04688" y="3931920"/>
            <a:ext cx="0" cy="384048"/>
          </a:xfrm>
          <a:prstGeom prst="line">
            <a:avLst/>
          </a:prstGeom>
          <a:noFill/>
          <a:ln w="635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5596128" y="3840480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 · getAllPaged · search · searchIds · getLastError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59"/>
          <p:cNvSpPr/>
          <p:nvPr/>
        </p:nvSpPr>
        <p:spPr>
          <a:xfrm>
            <a:off x="457200" y="4608576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640080" y="4608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void create/update/delete  ·  @Transactional(readOnly=true) per read  ·  rollback automatico su RuntimeException  ·  @Slf4j logging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 ·  Data Access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JpaRepository&lt;Entity, Long&gt;  ·  Query derivate + @Query custom  ·  searchIds(Page&lt;Long&gt;) + search(Page&lt;Entity&gt;)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REPOSITORIES — Spring Data JPA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8229600" cy="1261872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64008" cy="12618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0080" y="11704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ProdottoRepository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1207008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58000" y="12070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JpaRepository&lt;Prodotto, Long&gt;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594360" y="1408176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5800" y="140817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findByCode(String) → Optional&lt;Prodotto&gt;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1664208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85800" y="166420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existsByCode(String) → boolean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1920240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85800" y="192024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searchIds(nome,descrizione,prezzoMin,prezzoMax,Pageable) → Page&lt;Long&gt;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2176272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85800" y="217627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search(nome,descrizione,prezzoMin,prezzoMax,Pageable) → Page&lt;Prodotto&gt;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523744"/>
            <a:ext cx="8229600" cy="100584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7200" y="2523744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40080" y="2523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MagazzinoRepository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0" y="2560320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858000" y="2560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JpaRepository&lt;Magazzino, Long&gt;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594360" y="2761488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85800" y="27614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search(nome,indirizzo,capMin,capMax,Pageable) → Page&lt;Magazzino&gt;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3017520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85800" y="301752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searchIds(nome,indirizzo,capMin,capMax,Pageable) → Page&lt;Long&gt;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" y="3273552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85800" y="327355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findByCapacitaMin(Integer) → List&lt;Magazzino&gt;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621024"/>
            <a:ext cx="8229600" cy="100584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57200" y="3621024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40080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FatturaRepository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3657600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858000" y="3657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JpaRepository&lt;Fattura, Long&gt;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594360" y="3858768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85800" y="38587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searchIds(numero,idProdotto,dateFrom,dateTo,impMin,impMax) → Page&lt;Long&gt;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" y="4114800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85800" y="411480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search(...stessi filtri...) → Page&lt;Fattura&gt;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4360" y="4370832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85800" y="43708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findByProdotto(Long idProdotto) → List&lt;Fattura&gt;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718304"/>
            <a:ext cx="8229600" cy="100584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457200" y="4718304"/>
            <a:ext cx="6400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640080" y="4718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ProdottoMagazzinoRepository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58000" y="4754880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858000" y="4754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JpaRepository&lt;ProdottoMagazzino, Long&gt;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594360" y="4956048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685800" y="49560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findByMagazzinoId(Long idMagazzino) → List&lt;PM&gt;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4360" y="5212080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685800" y="52120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findByProdottoId(Long idProdotto) → List&lt;PM&gt;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360" y="5468112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685800" y="54681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updateGiacenza(id, quantita) → void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5815584"/>
            <a:ext cx="8229600" cy="1517904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7" name="Shape 55"/>
          <p:cNvSpPr/>
          <p:nvPr/>
        </p:nvSpPr>
        <p:spPr>
          <a:xfrm>
            <a:off x="457200" y="5815584"/>
            <a:ext cx="64008" cy="15179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40080" y="5815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JobExecutionRepository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58000" y="5852160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6858000" y="5852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JpaRepository&lt;JobExecution, Long&gt;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594360" y="6053328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685800" y="605332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search(jobName,status,dateFrom,dateTo) → Page&lt;JobExecution&gt;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94360" y="6309360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85800" y="63093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 searchIds(...) → Page&lt;Long&gt;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4360" y="6565392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68580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findByStatus(StatusJob) → List&lt;JobExecution&gt;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94360" y="6821424"/>
            <a:ext cx="7955280" cy="219456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685800" y="68214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findLastError() → Optional&lt;JobExecution&gt;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4360" y="7077456"/>
            <a:ext cx="7955280" cy="219456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685800" y="70774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findByDateRange(from,to) → List&lt;JobExecution&gt;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·  Modello Dati JPA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@Entity + @Lombok @Data @NoArgsConstructor @AllArgsConstructor  ·  @OneToMany / @ManyToOne relationships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64008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8229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8595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896112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315200" y="8961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508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0080" y="122529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id (PK) · codice (UNIQUE, 50) · nome (255) · descrizione (500) · prezzo (BD) · dataCreazione (LDT)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138988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@OneToMany → Set&lt;ProdottoMagazzino&gt; magazzini (CascadeType.ALL)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682496"/>
            <a:ext cx="8229600" cy="74980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57200" y="1682496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1682496"/>
            <a:ext cx="8229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40080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755648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315200" y="17556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T_MAGAZZINI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0080" y="2048256"/>
            <a:ext cx="7863840" cy="0"/>
          </a:xfrm>
          <a:prstGeom prst="line">
            <a:avLst/>
          </a:prstGeom>
          <a:noFill/>
          <a:ln w="508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40080" y="208483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id (PK) · nome (100) · indirizzo (255) · capacita (INT) · status @Enumerated StockStatusMagazzino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" y="224942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@OneToMany → Set&lt;ProdottoMagazzino&gt; prodottiMagazzini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542032"/>
            <a:ext cx="8229600" cy="749808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" y="2542032"/>
            <a:ext cx="64008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57200" y="2542032"/>
            <a:ext cx="8229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4008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ProdottoMagazzino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2615184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7315200" y="26151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T_PRODOTTO_MAGAZZINO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0080" y="2907792"/>
            <a:ext cx="7863840" cy="0"/>
          </a:xfrm>
          <a:prstGeom prst="line">
            <a:avLst/>
          </a:prstGeom>
          <a:noFill/>
          <a:ln w="508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40080" y="294436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id (PK) · giacenza (INT, default 0) · scortaMinima (INT, default 10) · statusScorta @Enumerated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0080" y="3108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@ManyToOne(LAZY) → Prodotto (FK: id_prodotto)  ·  @ManyToOne(LAZY) → Magazzino (FK: id_magazzino)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401568"/>
            <a:ext cx="8229600" cy="74980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57200" y="3401568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457200" y="3401568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40080" y="3438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315200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T_FATTURE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0080" y="3767328"/>
            <a:ext cx="7863840" cy="0"/>
          </a:xfrm>
          <a:prstGeom prst="line">
            <a:avLst/>
          </a:prstGeom>
          <a:noFill/>
          <a:ln w="508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640080" y="380390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id (PK) · numero (UNIQUE, 50) · data (LD) · quantita (INT) · importo (BD) · stato @Enumerated SXFatturaStatus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0080" y="396849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@ManyToOne(LAZY) → Prodotto (FK: id_prodotto)  ·  default stato = BOZZA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4261104"/>
            <a:ext cx="8229600" cy="749808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457200" y="4261104"/>
            <a:ext cx="64008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457200" y="4261104"/>
            <a:ext cx="82296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4008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JobExecution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15200" y="4334256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7315200" y="43342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T_JOB_EXECUTION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40080" y="4626864"/>
            <a:ext cx="7863840" cy="0"/>
          </a:xfrm>
          <a:prstGeom prst="line">
            <a:avLst/>
          </a:prstGeom>
          <a:noFill/>
          <a:ln w="508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40080" y="46634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id · jobName (100) · dataInizio · dataFine (nullable) · status · logMessaggio (CLOB) · errorType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0080" y="482803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@Enumerated StatusJob  ·  @Enumerated StatusJobErrorType  ·  default status = PENDING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solidFill>
            <a:srgbClr val="121A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Shape 51"/>
          <p:cNvSpPr/>
          <p:nvPr/>
        </p:nvSpPr>
        <p:spPr>
          <a:xfrm>
            <a:off x="457200" y="4608576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640080" y="4608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@GeneratedValue(IDENTITY) su tutti gli ID  ·  @Column(nullable=false) sui campi obbligatori  ·  FetchType.LAZY su tutte le relazioni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&amp; CONVERTERS  ·  Stato e Tipo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Enum di stato + ScortaMinPMStatus  ·  StockStatusConverter  @AttributeConverter  ·  EnumType.STRING in DB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ENUM — @Enumerated(EnumType.STRING) in tutti gli @Entity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94360" y="1225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SXFatturaStatus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Fattura.stato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9436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BOZZA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6591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56591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CONFERMATA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3746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53746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PAGATA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0901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50901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ANNULLATA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4360" y="1993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Flusso: BOZZA → CONFERMATA → PAGATA  |  qualsiasi → ANNULLATA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395728"/>
            <a:ext cx="4114800" cy="109728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57200" y="2395728"/>
            <a:ext cx="64008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" y="2395728"/>
            <a:ext cx="41148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94360" y="2432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StockStatusProdotto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26883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derivato in ProdottoMapper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4360" y="2907792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94360" y="2907792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DISPONIBILE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89760" y="2907792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889760" y="2907792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SCARICO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85160" y="2907792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185160" y="2907792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ESAURITO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436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giacenzaTotale==0→ESAURITO  |  &lt;10→SCARICO  |  &gt;=10→DISPONIBILE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" y="3602736"/>
            <a:ext cx="4114800" cy="109728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457200" y="3602736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457200" y="3602736"/>
            <a:ext cx="4114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9436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StockStatusMagazzino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38953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Magazzino.status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4360" y="4114800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94360" y="4114800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ATTIVO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889760" y="4114800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889760" y="4114800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MANUTENZIONE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185160" y="4114800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3185160" y="4114800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CHIUSO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4360" y="4407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 operativo della sede fisica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754880" y="1188720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Shape 48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4892040" y="1225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92040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JobExecution.status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6359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586359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3514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83514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806690" y="170078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7806690" y="1700784"/>
            <a:ext cx="898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892040" y="1993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vita job: PENDING→RUNNING→SUCCESS|FAILED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754880" y="2395728"/>
            <a:ext cx="4114800" cy="1097280"/>
          </a:xfrm>
          <a:prstGeom prst="rect">
            <a:avLst/>
          </a:prstGeom>
          <a:solidFill>
            <a:srgbClr val="0A0D16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4754880" y="2395728"/>
            <a:ext cx="64008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62"/>
          <p:cNvSpPr/>
          <p:nvPr/>
        </p:nvSpPr>
        <p:spPr>
          <a:xfrm>
            <a:off x="4754880" y="2395728"/>
            <a:ext cx="41148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4892040" y="2432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StatusJobErrorType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92040" y="26883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JobExecution.errorType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892040" y="2907792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4892040" y="2907792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VALIDATION_ERROR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87440" y="2907792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6187440" y="2907792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DB_ERROR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482840" y="2907792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7482840" y="2907792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NETWORK_ERROR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89204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di errore — null se SUCCESS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754880" y="3602736"/>
            <a:ext cx="4114800" cy="1097280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5" name="Shape 73"/>
          <p:cNvSpPr/>
          <p:nvPr/>
        </p:nvSpPr>
        <p:spPr>
          <a:xfrm>
            <a:off x="4754880" y="3602736"/>
            <a:ext cx="64008" cy="10972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Shape 74"/>
          <p:cNvSpPr/>
          <p:nvPr/>
        </p:nvSpPr>
        <p:spPr>
          <a:xfrm>
            <a:off x="4754880" y="3602736"/>
            <a:ext cx="4114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489204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ScortaMinPMStatus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892040" y="38953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ProdottoMagazzino.statusScorta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892040" y="4114800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78"/>
          <p:cNvSpPr/>
          <p:nvPr/>
        </p:nvSpPr>
        <p:spPr>
          <a:xfrm>
            <a:off x="4892040" y="4114800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SOTTO_SCORTA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187440" y="4114800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6187440" y="4114800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ENTRO_NORMA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482840" y="4114800"/>
            <a:ext cx="122224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82"/>
          <p:cNvSpPr/>
          <p:nvPr/>
        </p:nvSpPr>
        <p:spPr>
          <a:xfrm>
            <a:off x="7482840" y="4114800"/>
            <a:ext cx="1222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ECCESSO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892040" y="4407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giacenza &lt; scortaMinima→SOTTO_SCORTA  |  normale→ENTRO_NORMA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121A2E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Shape 85"/>
          <p:cNvSpPr/>
          <p:nvPr/>
        </p:nvSpPr>
        <p:spPr>
          <a:xfrm>
            <a:off x="457200" y="480060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86"/>
          <p:cNvSpPr/>
          <p:nvPr/>
        </p:nvSpPr>
        <p:spPr>
          <a:xfrm>
            <a:off x="640080" y="48006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StockStatusConverter  implements AttributeConverter&lt;StockStatusProdotto, String&gt;  ·  convertToDatabaseColumn(enum)→String  ·  convertToEntityAttribute(String)→enum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14</a:t>
            </a:r>
            <a:endParaRPr lang="en-US" sz="800" dirty="0"/>
          </a:p>
        </p:txBody>
      </p:sp>
      <p:sp>
        <p:nvSpPr>
          <p:cNvPr id="91" name="Shape 57">
            <a:extLst>
              <a:ext uri="{FF2B5EF4-FFF2-40B4-BE49-F238E27FC236}">
                <a16:creationId xmlns:a16="http://schemas.microsoft.com/office/drawing/2014/main" id="{36340B32-6CFE-04A9-CA21-0BEB25F94D58}"/>
              </a:ext>
            </a:extLst>
          </p:cNvPr>
          <p:cNvSpPr/>
          <p:nvPr/>
        </p:nvSpPr>
        <p:spPr>
          <a:xfrm>
            <a:off x="4861091" y="1696564"/>
            <a:ext cx="898398" cy="237744"/>
          </a:xfrm>
          <a:prstGeom prst="roundRect">
            <a:avLst>
              <a:gd name="adj" fmla="val 11538"/>
            </a:avLst>
          </a:prstGeom>
          <a:solidFill>
            <a:srgbClr val="1A2440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RUNNING</a:t>
            </a:r>
            <a:endParaRPr lang="en-US" sz="8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 ·  Data Transfer Objects  ·  15+ Classi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Request/Response/SearchRequest per ogni dominio  ·  @Valid @NotBlank @DecimalMin @Size  ·  @Builder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 STRUCTURE — Organizzati per dominio in dto/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8229600" cy="219456"/>
          </a:xfrm>
          <a:prstGeom prst="rect">
            <a:avLst/>
          </a:prstGeom>
          <a:solidFill>
            <a:srgbClr val="1A2440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54864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94360" y="1170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dto/prodotto/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ProdottoRequest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97480" y="1389888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POST/PUT: codice @NotBlank, nome, prezzo @DecimalMin, descrizione, paginazione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591056"/>
            <a:ext cx="8229600" cy="20116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94360" y="1591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ProdottoResponse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1591056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id, codice, nome, descrizione, prezzo, dataCreazione, giacenzaTotale (calcolato), status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1792224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94360" y="1792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ProdottoSearchRequest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7480" y="1792224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Ricerca avanzata: nome, descrizione, prezzoMin/Max, page, size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048256"/>
            <a:ext cx="8229600" cy="219456"/>
          </a:xfrm>
          <a:prstGeom prst="rect">
            <a:avLst/>
          </a:prstGeom>
          <a:solidFill>
            <a:srgbClr val="1A2440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57200" y="2048256"/>
            <a:ext cx="54864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94360" y="2048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dto/magazzino/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94360" y="2267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MagazzinoRequest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97480" y="2267712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POST/PATCH: nome, indirizzo, capacita, stato — supporta update parziale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8229600" cy="20116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94360" y="2468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MagazzinoResponse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97480" y="2468880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id, nome, indirizzo, capacita, quantitaTotale, percentuale, stockStatus (tutti calcolati)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2670048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94360" y="2670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MagazzinoSearchRequest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97480" y="2670048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Filtri: nome, indirizzo, capacitaMin/Max, page, size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8229600" cy="219456"/>
          </a:xfrm>
          <a:prstGeom prst="rect">
            <a:avLst/>
          </a:prstGeom>
          <a:solidFill>
            <a:srgbClr val="1A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57200" y="2926080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943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dto/fattura/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145536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594360" y="3145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FatturaRequest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97480" y="3145536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POST/PUT: numero, data, idProdotto, quantita, importo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3346704"/>
            <a:ext cx="8229600" cy="20116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94360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FatturaResponse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3346704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id, numero, data, prodotto, quantita, importo, stato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3547872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594360" y="3547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FatturaSearchRequest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547872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Filtri: numero, idProdotto, dataFrom/To @DateTimeFormat, importoMin/Max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803904"/>
            <a:ext cx="8229600" cy="219456"/>
          </a:xfrm>
          <a:prstGeom prst="rect">
            <a:avLst/>
          </a:prstGeom>
          <a:solidFill>
            <a:srgbClr val="1A2440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457200" y="3803904"/>
            <a:ext cx="54864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594360" y="3803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dto/prodottomagazzino/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023360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9436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ProdottoMagazzinoRequest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4023360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giacenza, scortaMinima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" y="4224528"/>
            <a:ext cx="8229600" cy="20116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9436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ProdottoMagazzinoResponse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224528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id, prodottoId, magazzino, giacenza, scortaMinima, statusScorta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57200" y="4425696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594360" y="4425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ProdottoMagazzinoSearchRequest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425696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Filtri: magazzino, prodotto, giacenzaMin/Max, statusScorta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7200" y="4681728"/>
            <a:ext cx="8229600" cy="219456"/>
          </a:xfrm>
          <a:prstGeom prst="rect">
            <a:avLst/>
          </a:prstGeom>
          <a:solidFill>
            <a:srgbClr val="1A2440"/>
          </a:solidFill>
          <a:ln w="1016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Shape 57"/>
          <p:cNvSpPr/>
          <p:nvPr/>
        </p:nvSpPr>
        <p:spPr>
          <a:xfrm>
            <a:off x="457200" y="4681728"/>
            <a:ext cx="54864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594360" y="4681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dto/jobExecution/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594360" y="49011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JobExecutionRequest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697480" y="4901184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ricerca: jobName, status, dateFrom/To, page, size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7200" y="5102352"/>
            <a:ext cx="8229600" cy="201168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594360" y="5102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JobExecutionResponse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697480" y="5102352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id, jobName, dataInizio, dataFine, status, logMessaggio, errorType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5303520"/>
            <a:ext cx="8229600" cy="201168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594360" y="5303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JobExecutionSearchRequest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697480" y="5303520"/>
            <a:ext cx="592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Ricerca avanzata job per jobName, status, dateRange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MAPPERS  ·  Entity ↔ DTO Conversion  ·  10 file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Interfacce + 5 MapperImpl  ·  toEntity() / toResponse() / updateEntity()  ·  calcoli derivati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MAPPER INTERFACE + 5 MAPPERIMPL — @Component @RequiredArgsConstructor @Slf4j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64008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1170432"/>
            <a:ext cx="8229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94360" y="1261872"/>
            <a:ext cx="182880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ProdottoMapper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0592" y="1389888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615184" y="1261872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15184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ProdottoMapperImpl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1554480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5800" y="15544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toEntity(ProdottoRequest) → Prodotto  ·  codice, nome, descrizione, prezzo, dataCreazione=now()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4360" y="1764792"/>
            <a:ext cx="7955280" cy="182880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85800" y="176479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toResponse(Prodotto) → ProdottoResponse  ·  calcola giacenzaTotale (sum stream) + StockStatus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" y="1975104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85800" y="197510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updateEntity(Prodotto target, ProdottoRequest) → patch null-safe (solo campi not-null)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57200" y="1920240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" y="1920240"/>
            <a:ext cx="8229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594360" y="2011680"/>
            <a:ext cx="182880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9436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MagazzinoMapper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50592" y="2139696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2615184" y="2011680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2615184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MagazzinoMapperImpl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" y="2304288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85800" y="23042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toEntity(MagazzinoRequest) → Magazzino  ·  nome, indirizzo, capacita, 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" y="2514600"/>
            <a:ext cx="7955280" cy="182880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85800" y="251460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toResponse(Magazzino) → MagazzinoResponse  ·  calcola quantitaTotale, percentuale riempimento, stockStatus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94360" y="2724912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85800" y="27249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updateEntity(Magazzino target, MagazzinoRequest) → patch parziale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2670048"/>
            <a:ext cx="8229600" cy="640080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57200" y="2670048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457200" y="2670048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594360" y="2761488"/>
            <a:ext cx="182880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9436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FatturaMapper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50592" y="2889504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2615184" y="2761488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2615184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FatturaMapperImpl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" y="3054096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685800" y="305409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toEntity(FatturaRequest, Prodotto) → Fattura  ·  numero, data, prodotto, quantita, importo, stato=BOZZA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94360" y="3264408"/>
            <a:ext cx="7955280" cy="182880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85800" y="32644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toResponse(Fattura) → FatturaResponse  ·  id, numero, data, prodotto info, quantita, importo, stato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94360" y="3474720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685800" y="34747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updateEntity(Fattura target, FatturaRequest, Prodotto) → aggiornamento completo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3" name="Shape 51"/>
          <p:cNvSpPr/>
          <p:nvPr/>
        </p:nvSpPr>
        <p:spPr>
          <a:xfrm>
            <a:off x="457200" y="3419856"/>
            <a:ext cx="64008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52"/>
          <p:cNvSpPr/>
          <p:nvPr/>
        </p:nvSpPr>
        <p:spPr>
          <a:xfrm>
            <a:off x="457200" y="3419856"/>
            <a:ext cx="8229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53"/>
          <p:cNvSpPr/>
          <p:nvPr/>
        </p:nvSpPr>
        <p:spPr>
          <a:xfrm>
            <a:off x="594360" y="3511296"/>
            <a:ext cx="182880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59436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JobExecutionMapper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50592" y="3639312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Shape 56"/>
          <p:cNvSpPr/>
          <p:nvPr/>
        </p:nvSpPr>
        <p:spPr>
          <a:xfrm>
            <a:off x="2615184" y="3511296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2615184" y="3511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JobExecutionMapperImpl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4360" y="3803904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685800" y="380390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toEntity(JobExecutionRequest) → JobExecution  ·  jobName, dataInizio, status=PENDING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94360" y="4014216"/>
            <a:ext cx="7955280" cy="182880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685800" y="401421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toResponse(JobExecution) → JobExecutionResponse  ·  tutti i campi incluso errorType, logMessaggio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94360" y="4224528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685800" y="42245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Conversione timezone UTC/Locale per dataInizio e dataFine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57200" y="4169664"/>
            <a:ext cx="8229600" cy="640080"/>
          </a:xfrm>
          <a:prstGeom prst="rect">
            <a:avLst/>
          </a:prstGeom>
          <a:solidFill>
            <a:srgbClr val="0A0D16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7" name="Shape 65"/>
          <p:cNvSpPr/>
          <p:nvPr/>
        </p:nvSpPr>
        <p:spPr>
          <a:xfrm>
            <a:off x="457200" y="4169664"/>
            <a:ext cx="64008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66"/>
          <p:cNvSpPr/>
          <p:nvPr/>
        </p:nvSpPr>
        <p:spPr>
          <a:xfrm>
            <a:off x="457200" y="4169664"/>
            <a:ext cx="82296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67"/>
          <p:cNvSpPr/>
          <p:nvPr/>
        </p:nvSpPr>
        <p:spPr>
          <a:xfrm>
            <a:off x="594360" y="4261104"/>
            <a:ext cx="1828800" cy="256032"/>
          </a:xfrm>
          <a:prstGeom prst="roundRect">
            <a:avLst>
              <a:gd name="adj" fmla="val 10714"/>
            </a:avLst>
          </a:prstGeom>
          <a:solidFill>
            <a:srgbClr val="121A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594360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ProdottoMagazzinoMapper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450592" y="4389120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/>
          <p:cNvSpPr/>
          <p:nvPr/>
        </p:nvSpPr>
        <p:spPr>
          <a:xfrm>
            <a:off x="2615184" y="4261104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2615184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ProdottoMagazzinoMapperImpl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94360" y="4553712"/>
            <a:ext cx="7955280" cy="18288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685800" y="45537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toEntity(Request, Prodotto, Magazzino) → ProdottoMagazzino  ·  giacenza, scortaMinima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94360" y="4764024"/>
            <a:ext cx="7955280" cy="182880"/>
          </a:xfrm>
          <a:prstGeom prst="rect">
            <a:avLst/>
          </a:prstGeom>
          <a:solidFill>
            <a:srgbClr val="121A2E"/>
          </a:solidFill>
          <a:ln w="1270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685800" y="47640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toResponse(ProdottoMagazzino) → Response  ·  id, prodottoId, magazzino, giacenza, statusScorta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 ERROR HANDLING  ·  Gestione Centralizzata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 GlobalExceptionHandler  ·  5+ Custom Exceptions  ·  ErrorResponse { status, message, timestamp 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FLUSSO ECCEZIONE → HTTP RESPONSE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10312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94360" y="1188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Exception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in Service layer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1472184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670048" y="1188720"/>
            <a:ext cx="210312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670048" y="1188720"/>
            <a:ext cx="64008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807208" y="1188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07208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GlobalExceptionHandler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73168" y="1472184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882896" y="1188720"/>
            <a:ext cx="210312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882896" y="118872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020056" y="1188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@ExceptionHandler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0056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 specifico tipo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86016" y="1472184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7095744" y="1188720"/>
            <a:ext cx="22860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7095744" y="1188720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232904" y="1188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ErrorResponse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32904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status, message, timestamp }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1938528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548640" y="2011680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31520" y="1938528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MAP — exceptions/ + exceptions/jobsexceptions/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1A2440"/>
          </a:solidFill>
          <a:ln w="6350">
            <a:solidFill>
              <a:srgbClr val="2A3F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82296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66928" y="2286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Eccezione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10128" y="22860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24528" y="228600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Descrizione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596896"/>
            <a:ext cx="822960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457200" y="2596896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94360" y="25968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ResourceNotFoundException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55264" y="2633472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3255264" y="26334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749040" y="25968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Risorsa non trovata per id — @Entity not found in Repository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2898648"/>
            <a:ext cx="822960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457200" y="2898648"/>
            <a:ext cx="54864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594360" y="289864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InvalidInputException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55264" y="2935224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3255264" y="29352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749040" y="2898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non valido o business rule violata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Shape 48"/>
          <p:cNvSpPr/>
          <p:nvPr/>
        </p:nvSpPr>
        <p:spPr>
          <a:xfrm>
            <a:off x="457200" y="3200400"/>
            <a:ext cx="54864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594360" y="32004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InvalidCapacityException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55264" y="3236976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3255264" y="323697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749040" y="3200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Capacità magazzino insufficiente per operazione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3502152"/>
            <a:ext cx="822960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Shape 54"/>
          <p:cNvSpPr/>
          <p:nvPr/>
        </p:nvSpPr>
        <p:spPr>
          <a:xfrm>
            <a:off x="457200" y="3502152"/>
            <a:ext cx="54864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594360" y="35021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InvalidFatturaException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55264" y="3538728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3255264" y="353872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749040" y="3502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 già PAGATA o dati fattura non validi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" y="3803904"/>
            <a:ext cx="822960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457200" y="3803904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594360" y="38039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JobException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55264" y="3840480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3255264" y="38404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749040" y="38039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exception per errori nei job schedulati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" y="4105656"/>
            <a:ext cx="822960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66"/>
          <p:cNvSpPr/>
          <p:nvPr/>
        </p:nvSpPr>
        <p:spPr>
          <a:xfrm>
            <a:off x="457200" y="4105656"/>
            <a:ext cx="548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594360" y="41056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UnknownJobException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55264" y="4142232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3255264" y="414223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749040" y="41056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di job sconosciuto o non registrato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Shape 72"/>
          <p:cNvSpPr/>
          <p:nvPr/>
        </p:nvSpPr>
        <p:spPr>
          <a:xfrm>
            <a:off x="457200" y="4407408"/>
            <a:ext cx="54864" cy="25603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594360" y="44074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(fallback)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55264" y="4443984"/>
            <a:ext cx="420624" cy="182880"/>
          </a:xfrm>
          <a:prstGeom prst="roundRect">
            <a:avLst>
              <a:gd name="adj" fmla="val 10000"/>
            </a:avLst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3255264" y="44439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749040" y="4407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Catch-all — Internal Server Error generico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solidFill>
            <a:srgbClr val="121A2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Shape 78"/>
          <p:cNvSpPr/>
          <p:nvPr/>
        </p:nvSpPr>
        <p:spPr>
          <a:xfrm>
            <a:off x="457200" y="4608576"/>
            <a:ext cx="54864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640080" y="4608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GlobalExceptionHandler @ExceptionHandler(MethodArgumentNotValidException) → raccoglie tutti gli errori @Valid e li serializza in ErrorResponse JSON standardizzato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  ·  InventoryScheduler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  @EnableScheduling (su MagazzinoApplication)  ·  @Scheduled(cron=...)  ·  JobExecution tracking completo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DI VITA JOB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3931920" cy="621792"/>
          </a:xfrm>
          <a:prstGeom prst="rect">
            <a:avLst/>
          </a:prstGeom>
          <a:solidFill>
            <a:srgbClr val="061518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6217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85216" y="13167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85216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261872"/>
            <a:ext cx="32918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trigger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1512052"/>
            <a:ext cx="329184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cron='0 0 * * * *' (ora) / '0 0 */6 * * *' (6h)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1810512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359152" y="1828800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1901952"/>
            <a:ext cx="3931920" cy="621792"/>
          </a:xfrm>
          <a:prstGeom prst="rect">
            <a:avLst/>
          </a:prstGeom>
          <a:solidFill>
            <a:srgbClr val="110D1E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57200" y="1901952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585216" y="202996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85216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975104"/>
            <a:ext cx="32918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startExecution()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225284"/>
            <a:ext cx="329184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jobService.startExecution('InventoryScheduler') → RUNNING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2523744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2359152" y="2542032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" y="2615184"/>
            <a:ext cx="3931920" cy="621792"/>
          </a:xfrm>
          <a:prstGeom prst="rect">
            <a:avLst/>
          </a:prstGeom>
          <a:solidFill>
            <a:srgbClr val="160F02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57200" y="2615184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585216" y="27432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85216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2688336"/>
            <a:ext cx="32918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updateInventoryStatus()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2938516"/>
            <a:ext cx="329184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ogni ProdottoMagazzino: calcola ScortaMinPMStatus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23160" y="3236976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2359152" y="3255264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457200" y="3328416"/>
            <a:ext cx="3931920" cy="621792"/>
          </a:xfrm>
          <a:prstGeom prst="rect">
            <a:avLst/>
          </a:prstGeom>
          <a:solidFill>
            <a:srgbClr val="100C02"/>
          </a:solidFill>
          <a:ln w="1524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57200" y="3328416"/>
            <a:ext cx="64008" cy="6217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585216" y="3456432"/>
            <a:ext cx="347472" cy="34747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85216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" y="3401568"/>
            <a:ext cx="32918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checkMinimumStockAlert()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3651748"/>
            <a:ext cx="329184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per giacenze sotto scortaMinima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23160" y="3950208"/>
            <a:ext cx="0" cy="9144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2359152" y="3968496"/>
            <a:ext cx="128016" cy="7315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457200" y="4041648"/>
            <a:ext cx="3931920" cy="621792"/>
          </a:xfrm>
          <a:prstGeom prst="rect">
            <a:avLst/>
          </a:prstGeom>
          <a:solidFill>
            <a:srgbClr val="041510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457200" y="4041648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585216" y="416966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585216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4128" y="4114800"/>
            <a:ext cx="329184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endExecution() / failExecution()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24128" y="4364980"/>
            <a:ext cx="329184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StatusJob.SUCCESS o FAILED + tipo errore + log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 + StatusJobErrorType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solidFill>
            <a:srgbClr val="121A2E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4846320" y="1188720"/>
            <a:ext cx="960120" cy="365760"/>
          </a:xfrm>
          <a:prstGeom prst="rect">
            <a:avLst/>
          </a:prstGeom>
          <a:solidFill>
            <a:srgbClr val="8FA8CC">
              <a:alpha val="22000"/>
            </a:srgbClr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4846320" y="11887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70448" y="11887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coda — default alla creazione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1627632"/>
            <a:ext cx="3840480" cy="365760"/>
          </a:xfrm>
          <a:prstGeom prst="rect">
            <a:avLst/>
          </a:prstGeom>
          <a:solidFill>
            <a:srgbClr val="12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Shape 54"/>
          <p:cNvSpPr/>
          <p:nvPr/>
        </p:nvSpPr>
        <p:spPr>
          <a:xfrm>
            <a:off x="4846320" y="1627632"/>
            <a:ext cx="960120" cy="365760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4846320" y="1627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870448" y="1627632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esecuzione — set in startExecution()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46320" y="2066544"/>
            <a:ext cx="3840480" cy="365760"/>
          </a:xfrm>
          <a:prstGeom prst="rect">
            <a:avLst/>
          </a:prstGeom>
          <a:solidFill>
            <a:srgbClr val="12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4846320" y="2066544"/>
            <a:ext cx="960120" cy="365760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4846320" y="20665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870448" y="206654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Completato con successo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46320" y="2505456"/>
            <a:ext cx="3840480" cy="365760"/>
          </a:xfrm>
          <a:prstGeom prst="rect">
            <a:avLst/>
          </a:prstGeom>
          <a:solidFill>
            <a:srgbClr val="121A2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62"/>
          <p:cNvSpPr/>
          <p:nvPr/>
        </p:nvSpPr>
        <p:spPr>
          <a:xfrm>
            <a:off x="4846320" y="2505456"/>
            <a:ext cx="960120" cy="365760"/>
          </a:xfrm>
          <a:prstGeom prst="rect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4846320" y="25054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870448" y="250545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 — con errorType e logMessaggio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846320" y="3035808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66"/>
          <p:cNvSpPr/>
          <p:nvPr/>
        </p:nvSpPr>
        <p:spPr>
          <a:xfrm>
            <a:off x="4937760" y="310896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5120640" y="303580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T_JOB_EXECUTION — JobExecution entity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46320" y="3383280"/>
            <a:ext cx="384048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jobName · dataInizio · dataFine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46320" y="3712464"/>
            <a:ext cx="384048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4983480" y="3712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(StatusJob enum STRING)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46320" y="4041648"/>
            <a:ext cx="3840480" cy="274320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498348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logMessaggio (CLOB)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498348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errorType (StatusJobErrorType enum STRING)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46320" y="4718304"/>
            <a:ext cx="3840480" cy="219456"/>
          </a:xfrm>
          <a:prstGeom prst="rect">
            <a:avLst/>
          </a:prstGeom>
          <a:solidFill>
            <a:srgbClr val="121A2E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4983480" y="4718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⏰ ogni ora → aggiorna StockStatus giacenze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846320" y="4974336"/>
            <a:ext cx="3840480" cy="219456"/>
          </a:xfrm>
          <a:prstGeom prst="rect">
            <a:avLst/>
          </a:prstGeom>
          <a:solidFill>
            <a:srgbClr val="121A2E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4983480" y="49743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🔔 ogni 6h → alert scorte sotto minimo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C1120"/>
          </a:solidFill>
          <a:ln w="12700">
            <a:solidFill>
              <a:srgbClr val="0C11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DEPLOYMENT  ·  RIEPILOGO FINALE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Tabelle Oracle XE 21c  ·  Docker Compose  ·  Maven  ·  JUnit 5  ·  Jacoco Coverage  ·  69 file Java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SCHEMA — Oracle XE 21c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41148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0080" y="1207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 · CODICE (UNIQUE)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1848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· DESCRIZIONE · PREZZO · DATA_CREAZIONE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865376"/>
            <a:ext cx="41148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57200" y="1865376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4008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T_MAGAZZINI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139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229514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· INDIRIZZO · CAPACITA · STATUS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542032"/>
            <a:ext cx="41148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57200" y="2542032"/>
            <a:ext cx="6400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T_PRODOTTO_MAGAZZINO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2816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  (join)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PRODOTTO_ID (FK) · MAGAZZINO_ID (FK) · GIACENZA · SCORTA_MIN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3218688"/>
            <a:ext cx="41148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" y="3218688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080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T_FATTURE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34930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 · NUMERO (UNIQUE)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0080" y="364845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· ID_PRODOTTO (FK) · QUANTITA · IMPORTO · STATO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3895344"/>
            <a:ext cx="4114800" cy="566928"/>
          </a:xfrm>
          <a:prstGeom prst="rect">
            <a:avLst/>
          </a:prstGeom>
          <a:solidFill>
            <a:srgbClr val="0A0D16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57200" y="3895344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4008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T_JOB_EXECUTION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169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" y="43251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JOB_NAME · DATA_INIZIO · DATA_FINE · STATUS · ERROR_TYPE · LOG (CLOB)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846320" y="82296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4937760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120640" y="822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&amp; TESTING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1188720"/>
            <a:ext cx="3840480" cy="329184"/>
          </a:xfrm>
          <a:prstGeom prst="rect">
            <a:avLst/>
          </a:prstGeom>
          <a:solidFill>
            <a:srgbClr val="121A2E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846320" y="1188720"/>
            <a:ext cx="54864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983480" y="1188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JAR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16752" y="118872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clean package -DskipTests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1572768"/>
            <a:ext cx="3840480" cy="329184"/>
          </a:xfrm>
          <a:prstGeom prst="rect">
            <a:avLst/>
          </a:prstGeom>
          <a:solidFill>
            <a:srgbClr val="121A2E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4846320" y="1572768"/>
            <a:ext cx="54864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98348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16752" y="1572768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target/magazzino-app.jar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1956816"/>
            <a:ext cx="3840480" cy="329184"/>
          </a:xfrm>
          <a:prstGeom prst="rect">
            <a:avLst/>
          </a:prstGeom>
          <a:solidFill>
            <a:srgbClr val="121A2E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4846320" y="1956816"/>
            <a:ext cx="5486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983480" y="1956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16752" y="1956816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build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2340864"/>
            <a:ext cx="3840480" cy="329184"/>
          </a:xfrm>
          <a:prstGeom prst="rect">
            <a:avLst/>
          </a:prstGeom>
          <a:solidFill>
            <a:srgbClr val="121A2E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9"/>
          <p:cNvSpPr/>
          <p:nvPr/>
        </p:nvSpPr>
        <p:spPr>
          <a:xfrm>
            <a:off x="4846320" y="2340864"/>
            <a:ext cx="5486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4983480" y="23408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start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16752" y="2340864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2724912"/>
            <a:ext cx="3840480" cy="329184"/>
          </a:xfrm>
          <a:prstGeom prst="rect">
            <a:avLst/>
          </a:prstGeom>
          <a:solidFill>
            <a:srgbClr val="121A2E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53"/>
          <p:cNvSpPr/>
          <p:nvPr/>
        </p:nvSpPr>
        <p:spPr>
          <a:xfrm>
            <a:off x="4846320" y="2724912"/>
            <a:ext cx="54864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4983480" y="2724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16752" y="272491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test  |  ./mvnw test jacoco:report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46320" y="3246120"/>
            <a:ext cx="3840480" cy="27432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Shape 57"/>
          <p:cNvSpPr/>
          <p:nvPr/>
        </p:nvSpPr>
        <p:spPr>
          <a:xfrm>
            <a:off x="4937760" y="331927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5120640" y="324612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RIEPILOGO FINALE — 69 file Java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3593592"/>
            <a:ext cx="384048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4919472" y="3666744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5084064" y="35935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583680" y="3630168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6583680" y="36301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46320" y="3886200"/>
            <a:ext cx="384048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65"/>
          <p:cNvSpPr/>
          <p:nvPr/>
        </p:nvSpPr>
        <p:spPr>
          <a:xfrm>
            <a:off x="4919472" y="395935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5084064" y="38862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583680" y="3922776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6583680" y="392277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846320" y="4178808"/>
            <a:ext cx="384048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/>
          <p:cNvSpPr/>
          <p:nvPr/>
        </p:nvSpPr>
        <p:spPr>
          <a:xfrm>
            <a:off x="4919472" y="4251960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5084064" y="41788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583680" y="4215384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6583680" y="42153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46320" y="4471416"/>
            <a:ext cx="384048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75"/>
          <p:cNvSpPr/>
          <p:nvPr/>
        </p:nvSpPr>
        <p:spPr>
          <a:xfrm>
            <a:off x="491947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5084064" y="44714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583680" y="4507992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78"/>
          <p:cNvSpPr/>
          <p:nvPr/>
        </p:nvSpPr>
        <p:spPr>
          <a:xfrm>
            <a:off x="6583680" y="45079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846320" y="4764024"/>
            <a:ext cx="384048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Shape 80"/>
          <p:cNvSpPr/>
          <p:nvPr/>
        </p:nvSpPr>
        <p:spPr>
          <a:xfrm>
            <a:off x="4919472" y="48371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1"/>
          <p:cNvSpPr/>
          <p:nvPr/>
        </p:nvSpPr>
        <p:spPr>
          <a:xfrm>
            <a:off x="5084064" y="47640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583680" y="4800600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83"/>
          <p:cNvSpPr/>
          <p:nvPr/>
        </p:nvSpPr>
        <p:spPr>
          <a:xfrm>
            <a:off x="6583680" y="48006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846320" y="5056632"/>
            <a:ext cx="384048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Shape 85"/>
          <p:cNvSpPr/>
          <p:nvPr/>
        </p:nvSpPr>
        <p:spPr>
          <a:xfrm>
            <a:off x="4919472" y="512978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86"/>
          <p:cNvSpPr/>
          <p:nvPr/>
        </p:nvSpPr>
        <p:spPr>
          <a:xfrm>
            <a:off x="5084064" y="50566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583680" y="5093208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88"/>
          <p:cNvSpPr/>
          <p:nvPr/>
        </p:nvSpPr>
        <p:spPr>
          <a:xfrm>
            <a:off x="6583680" y="50932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846320" y="5349240"/>
            <a:ext cx="384048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Shape 90"/>
          <p:cNvSpPr/>
          <p:nvPr/>
        </p:nvSpPr>
        <p:spPr>
          <a:xfrm>
            <a:off x="4919472" y="5422392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3" name="Text 91"/>
          <p:cNvSpPr/>
          <p:nvPr/>
        </p:nvSpPr>
        <p:spPr>
          <a:xfrm>
            <a:off x="5084064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583680" y="5385816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93"/>
          <p:cNvSpPr/>
          <p:nvPr/>
        </p:nvSpPr>
        <p:spPr>
          <a:xfrm>
            <a:off x="6583680" y="53858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846320" y="5641848"/>
            <a:ext cx="3840480" cy="256032"/>
          </a:xfrm>
          <a:prstGeom prst="rect">
            <a:avLst/>
          </a:prstGeom>
          <a:solidFill>
            <a:srgbClr val="0C1120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7" name="Shape 95"/>
          <p:cNvSpPr/>
          <p:nvPr/>
        </p:nvSpPr>
        <p:spPr>
          <a:xfrm>
            <a:off x="4919472" y="57150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96"/>
          <p:cNvSpPr/>
          <p:nvPr/>
        </p:nvSpPr>
        <p:spPr>
          <a:xfrm>
            <a:off x="5084064" y="56418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583680" y="5678424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98"/>
          <p:cNvSpPr/>
          <p:nvPr/>
        </p:nvSpPr>
        <p:spPr>
          <a:xfrm>
            <a:off x="6583680" y="56784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846320" y="5934456"/>
            <a:ext cx="3840480" cy="256032"/>
          </a:xfrm>
          <a:prstGeom prst="rect">
            <a:avLst/>
          </a:prstGeom>
          <a:solidFill>
            <a:srgbClr val="121A2E"/>
          </a:solidFill>
          <a:ln w="3810">
            <a:solidFill>
              <a:srgbClr val="1E2E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2" name="Shape 100"/>
          <p:cNvSpPr/>
          <p:nvPr/>
        </p:nvSpPr>
        <p:spPr>
          <a:xfrm>
            <a:off x="4919472" y="6007608"/>
            <a:ext cx="109728" cy="109728"/>
          </a:xfrm>
          <a:prstGeom prst="ellipse">
            <a:avLst/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3" name="Text 101"/>
          <p:cNvSpPr/>
          <p:nvPr/>
        </p:nvSpPr>
        <p:spPr>
          <a:xfrm>
            <a:off x="5084064" y="59344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Jobs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83680" y="5971032"/>
            <a:ext cx="347472" cy="182880"/>
          </a:xfrm>
          <a:prstGeom prst="roundRect">
            <a:avLst>
              <a:gd name="adj" fmla="val 10000"/>
            </a:avLst>
          </a:prstGeom>
          <a:solidFill>
            <a:srgbClr val="8FA8CC"/>
          </a:solidFill>
          <a:ln w="12700">
            <a:solidFill>
              <a:srgbClr val="8FA8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5" name="Text 103"/>
          <p:cNvSpPr/>
          <p:nvPr/>
        </p:nvSpPr>
        <p:spPr>
          <a:xfrm>
            <a:off x="6583680" y="59710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503920" y="4873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2872</Words>
  <Application>Microsoft Office PowerPoint</Application>
  <PresentationFormat>Presentazione su schermo (16:9)</PresentationFormat>
  <Paragraphs>497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Elia Sollazzo</cp:lastModifiedBy>
  <cp:revision>2</cp:revision>
  <dcterms:created xsi:type="dcterms:W3CDTF">2026-02-27T13:32:13Z</dcterms:created>
  <dcterms:modified xsi:type="dcterms:W3CDTF">2026-02-27T14:06:32Z</dcterms:modified>
</cp:coreProperties>
</file>