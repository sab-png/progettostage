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548640"/>
            <a:ext cx="2834640" cy="402336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1371600"/>
            <a:ext cx="2377440" cy="256032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0" y="7315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E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0" cy="0"/>
          </a:xfrm>
          <a:prstGeom prst="line">
            <a:avLst/>
          </a:prstGeom>
          <a:noFill/>
          <a:ln w="10160">
            <a:solidFill>
              <a:srgbClr val="2A3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44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4.0.1  ·  Java 21  ·  Oracle XE 21  ·  Docker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Versione 3.0  ·  26 Febbraio 2026  ·  Completo &amp; Aggiornato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143000" cy="777240"/>
          </a:xfrm>
          <a:prstGeom prst="rect">
            <a:avLst/>
          </a:prstGeom>
          <a:solidFill>
            <a:srgbClr val="121A2E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03320"/>
            <a:ext cx="1143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49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 Java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3703320"/>
            <a:ext cx="1143000" cy="777240"/>
          </a:xfrm>
          <a:prstGeom prst="rect">
            <a:avLst/>
          </a:prstGeom>
          <a:solidFill>
            <a:srgbClr val="121A2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3703320"/>
            <a:ext cx="1143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749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41879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71800" y="3703320"/>
            <a:ext cx="1143000" cy="777240"/>
          </a:xfrm>
          <a:prstGeom prst="rect">
            <a:avLst/>
          </a:prstGeom>
          <a:solidFill>
            <a:srgbClr val="121A2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3703320"/>
            <a:ext cx="1143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749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971800" y="41879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206240" y="3703320"/>
            <a:ext cx="1143000" cy="777240"/>
          </a:xfrm>
          <a:prstGeom prst="rect">
            <a:avLst/>
          </a:prstGeom>
          <a:solidFill>
            <a:srgbClr val="121A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703320"/>
            <a:ext cx="1143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749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206240" y="41879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SOMMARIO ESECUTIVO  ·  Stack Tecnologico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 — REST API per gestione Prodotti, Magazzini, Fatture e Job schedulati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418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686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COSA FA L'APPLICAZIONE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207008"/>
            <a:ext cx="3931920" cy="713232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07008"/>
            <a:ext cx="64008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43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Prodotti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Gestione catalogo, CRUD completo, giacenze per magazzino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3931920" cy="713232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29968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0665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Magazzini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395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Sedi fisiche, capacità, inventario e livelli stock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3931920" cy="713232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52928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95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Fatture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Ordini, calcolo importi, tracciamento stato pagamento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931920" cy="713232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75888"/>
            <a:ext cx="6400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12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Job schedulati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Aggiornamento automatico giacenze, alert scorte minime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86868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94183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8686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TECNOLOGICO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207008"/>
            <a:ext cx="384048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207008"/>
            <a:ext cx="4572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207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1207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21 + Spring Boot 4.0.1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1609344"/>
            <a:ext cx="3840480" cy="38404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609344"/>
            <a:ext cx="457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609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55080" y="1609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 / Hibernate 6.4.x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2011680"/>
            <a:ext cx="384048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011680"/>
            <a:ext cx="4572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55080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XE 21c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2414016"/>
            <a:ext cx="3840480" cy="38404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414016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414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 3.9.x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46320" y="2816352"/>
            <a:ext cx="384048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816352"/>
            <a:ext cx="45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2816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55080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&amp; Docker Compose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3218688"/>
            <a:ext cx="3840480" cy="38404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218688"/>
            <a:ext cx="4572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2186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55080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 + BCrypt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3621024"/>
            <a:ext cx="384048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3621024"/>
            <a:ext cx="4572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3621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55080" y="36210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 5 + Spring Boot Test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46320" y="4023360"/>
            <a:ext cx="3840480" cy="38404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4023360"/>
            <a:ext cx="45720" cy="384048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Lombok 1.18.32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solidFill>
            <a:srgbClr val="121A2E"/>
          </a:solidFill>
          <a:ln w="10160">
            <a:solidFill>
              <a:srgbClr val="2A3F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4590288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590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Architettura a layer: Controller → Service → Mapper → Repository → Oracle XE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 LAYER  ·  Flusso HTTP Request-Response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Ogni richiesta attraversa i layer in sequenza — nessun salto di livello consentito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114800" cy="566928"/>
          </a:xfrm>
          <a:prstGeom prst="rect">
            <a:avLst/>
          </a:prstGeom>
          <a:solidFill>
            <a:srgbClr val="061518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229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92354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877824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106424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invia JSON Payload  ·  GET/POST/PUT/DELETE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389888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408176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481328"/>
            <a:ext cx="4114800" cy="566928"/>
          </a:xfrm>
          <a:prstGeom prst="rect">
            <a:avLst/>
          </a:prstGeom>
          <a:solidFill>
            <a:srgbClr val="0D0E20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481328"/>
            <a:ext cx="6400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58191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1536192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1764792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@Valid  @RequestMapping  Routing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2048256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0592" y="2066544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39696"/>
            <a:ext cx="4114800" cy="566928"/>
          </a:xfrm>
          <a:prstGeom prst="rect">
            <a:avLst/>
          </a:prstGeom>
          <a:solidFill>
            <a:srgbClr val="110D1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139696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224028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194560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423160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 @Transactional  Business Logic  Orchestrazione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2706624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2724912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98064"/>
            <a:ext cx="4114800" cy="566928"/>
          </a:xfrm>
          <a:prstGeom prst="rect">
            <a:avLst/>
          </a:prstGeom>
          <a:solidFill>
            <a:srgbClr val="160F0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798064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28986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2852928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081528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  Entity ↔ DTO  Conversione tipi e enum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14600" y="3364992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50592" y="3383280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456432"/>
            <a:ext cx="4114800" cy="566928"/>
          </a:xfrm>
          <a:prstGeom prst="rect">
            <a:avLst/>
          </a:prstGeom>
          <a:solidFill>
            <a:srgbClr val="04151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456432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355701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3511296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5840" y="3739896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JpaRepository&lt;T,ID&gt;  @Query  Spring Data JPA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14600" y="4023360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0592" y="4041648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14800"/>
            <a:ext cx="4114800" cy="566928"/>
          </a:xfrm>
          <a:prstGeom prst="rect">
            <a:avLst/>
          </a:prstGeom>
          <a:solidFill>
            <a:srgbClr val="180608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4114800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4215384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5840" y="4169664"/>
            <a:ext cx="30358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5840" y="4398264"/>
            <a:ext cx="303580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XE 21c  ·  T_PRODOTTI / T_MAGAZZINI / T_FATTURE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0" y="82296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8229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PATH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29200" y="1170432"/>
            <a:ext cx="3657600" cy="34747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0" y="1170432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→ ritorna Entity salvata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0" y="1591056"/>
            <a:ext cx="3657600" cy="34747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0" y="1591056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1591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crea DTO con business logic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0" y="2011680"/>
            <a:ext cx="3657600" cy="34747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0" y="2011680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2011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 → Entity → DTO trasformazione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029200" y="2432304"/>
            <a:ext cx="3657600" cy="34747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2432304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66360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→ serializza JSON response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29200" y="2852928"/>
            <a:ext cx="3657600" cy="34747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0" y="2852928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66360" y="2852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200/201/204 → Client riceve JSON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9200" y="333756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20640" y="34107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33375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COMPONENTI TRASVERSALI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02352" y="377647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85232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GlobalExceptionHandler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0408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 — tutti gli errori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029200" y="4050792"/>
            <a:ext cx="365760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02352" y="41239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85232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StockStatusConverter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040880" y="4050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@Converter enum ↔ String DB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029200" y="4398264"/>
            <a:ext cx="365760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02352" y="44714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85232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WebConfiguration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040880" y="4398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 + media types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029200" y="4745736"/>
            <a:ext cx="365760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02352" y="481888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85232" y="4745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SpringDataConfig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040880" y="47457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Paginazione DTO stabile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·  HTTP Entry 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— @RestController  @RequestMapping  @Valid  ·  5 Controller  ·  20+ Endpoints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MAP — 5 REST Controllers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206240" cy="114300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252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/api/fatture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1609344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6093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/api/fatture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1837944"/>
            <a:ext cx="3977640" cy="201168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8379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/api/fatture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2066544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0665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/api/fatture/{id}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441448"/>
            <a:ext cx="4206240" cy="114300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41448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441448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478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MagazzinoController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532888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/api/magazzini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4360" y="2862072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2862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/api/magazzini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3090672"/>
            <a:ext cx="3977640" cy="201168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0906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/api/magazzini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" y="3319272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3192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/api/magazzini/{id}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694176"/>
            <a:ext cx="4206240" cy="114300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694176"/>
            <a:ext cx="6400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94176"/>
            <a:ext cx="42062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730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ProdottoController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785616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785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/api/prodotti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" y="4114800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/api/prodotti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" y="4343400"/>
            <a:ext cx="3977640" cy="201168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4343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/api/prodotti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" y="4572000"/>
            <a:ext cx="3977640" cy="20116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/api/prodotti/{id}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1188720"/>
            <a:ext cx="4206240" cy="150876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1188720"/>
            <a:ext cx="64008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1188720"/>
            <a:ext cx="4206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JobExecutionController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0" y="1280160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83480" y="1609344"/>
            <a:ext cx="397764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47488" y="16093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/api/jobs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83480" y="1865376"/>
            <a:ext cx="397764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47488" y="18653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/api/jobs/{id}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83480" y="2121408"/>
            <a:ext cx="397764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47488" y="21214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/api/jobs/latest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83480" y="2377440"/>
            <a:ext cx="397764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47488" y="23774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/api/jobs/{name}/run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2834640"/>
            <a:ext cx="4206240" cy="1508760"/>
          </a:xfrm>
          <a:prstGeom prst="rect">
            <a:avLst/>
          </a:prstGeom>
          <a:solidFill>
            <a:srgbClr val="0A0D16"/>
          </a:solidFill>
          <a:ln w="15240">
            <a:solidFill>
              <a:srgbClr val="8F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2834640"/>
            <a:ext cx="64008" cy="1508760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46320" y="2834640"/>
            <a:ext cx="4206240" cy="54864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HomeController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72400" y="2926080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&amp; /health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983480" y="3255264"/>
            <a:ext cx="397764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47488" y="32552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 →  welcome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983480" y="3511296"/>
            <a:ext cx="397764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47488" y="35112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 →  status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·  Business Logic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— @Service  @Transactional  ·  5 Interfacce + 5 Implementazioni = 10 Classi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SERVIZI IMPLEMENTATI — Interface + Implementation pattern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7043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70432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298448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90672" y="1298448"/>
            <a:ext cx="2560320" cy="2743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FatturaServiceImpl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99232" y="1435608"/>
            <a:ext cx="9144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170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fatture · calcoli importi · tracciamento stato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87568" y="1280160"/>
            <a:ext cx="0" cy="438912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92024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920240"/>
            <a:ext cx="8229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048256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048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90672" y="2048256"/>
            <a:ext cx="2560320" cy="2743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MagazzinoServiceImpl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99232" y="2185416"/>
            <a:ext cx="9144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9202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Gestione giacenze · verifica disponibilità · stock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87568" y="2029968"/>
            <a:ext cx="0" cy="438912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70048"/>
            <a:ext cx="8229600" cy="658368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670048"/>
            <a:ext cx="64008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670048"/>
            <a:ext cx="8229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798064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ProdottoService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90672" y="2798064"/>
            <a:ext cx="2560320" cy="27432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ProdottoServiceImpl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99232" y="2935224"/>
            <a:ext cx="9144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67004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prodotti · validazione · gestione attributi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87568" y="2779776"/>
            <a:ext cx="0" cy="438912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419856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419856"/>
            <a:ext cx="82296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354787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ProdottoMagazzinoService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90672" y="3547872"/>
            <a:ext cx="2560320" cy="2743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0672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ProdottoMagazzinoServiceImpl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99232" y="3685032"/>
            <a:ext cx="9144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41985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Relazione prodotto-magazzino · giacenze per SKU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87568" y="3529584"/>
            <a:ext cx="0" cy="438912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169664"/>
            <a:ext cx="8229600" cy="658368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" y="4169664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169664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4360" y="4297680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JobExecutionService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90672" y="4297680"/>
            <a:ext cx="2560320" cy="2743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0672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JobExecutionServiceImpl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999232" y="4434840"/>
            <a:ext cx="9144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416966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Tracciamento job · logging errori · storico esecuzioni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687568" y="4279392"/>
            <a:ext cx="0" cy="438912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608576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4608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Service Interface (contratto) + ServiceImpl (logica di business)  ·  @Transactional a livello service  ·  rollback automatico su eccezioni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&amp; ENTITIES  ·  Data Access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— JpaRepository&lt;T, Long&gt;  ·  5 Repository  ·  5 Entity  ·  6 Enum di stato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 (JPA Data Access)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93192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25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ProdottoRepository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1499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Prodotto ·  CRUD · ricerca per codice · filtri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393192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83664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MagazzinoRepository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Magazzino ·  CRUD · ricerca geografica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393192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78608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FatturaRepository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2889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Fattura ·  CRUD · ricerca per stato · date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393192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73552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ProdottoMagazzinoRepository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3584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ProdottoMagazzino ·  CRUD · giacenze per SKU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393192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968496"/>
            <a:ext cx="64008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JobExecutionRepository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JobExecution ·  CRUD · storico esecuzioni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 (JPA Tabelle DB)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1188720"/>
            <a:ext cx="384048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188720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225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40880" y="1280160"/>
            <a:ext cx="1554480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280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1499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codice · descrizione · prezzo · categoria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46320" y="1883664"/>
            <a:ext cx="384048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1883664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40880" y="1975104"/>
            <a:ext cx="1554480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19751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T_MAGAZZINI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29200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· indirizzo · capacita_max · stato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46320" y="2578608"/>
            <a:ext cx="384048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2578608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ProdottoMagazzino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40880" y="2670048"/>
            <a:ext cx="1554480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670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T_PRODOTTO_MAGAZZINO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29200" y="2889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giacenza · scorta_minima · stato_stock  (join table)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273552"/>
            <a:ext cx="384048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327355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40880" y="3364992"/>
            <a:ext cx="1554480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T_FATTURE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029200" y="3584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· data · importo · stato · data_pagamento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46320" y="3968496"/>
            <a:ext cx="3840480" cy="594360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46320" y="3968496"/>
            <a:ext cx="64008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40880" y="4059936"/>
            <a:ext cx="1554480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40599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T_JOB_EXECUTION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029200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nome_job · stato · tipo_errore · risultato (JSON)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466344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663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ENUM:  SXFatturaStatus · StockStatusProdotto · StockStatusMagazzino · StatusJob · StatusJobErrorType · ScortaMinPMStatus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&amp; MAPPERS  ·  Serializzazione e Trasformazione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 Data Transfer Objects organizzati per dominio  ·  4 Mapper Entity ↔ DTO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 STRUCTURE — Per Dominio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4023360" cy="77724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70432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170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dto/fattura/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3716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FatturaDTO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563624"/>
            <a:ext cx="3749040" cy="164592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15636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FatturaCreateDTO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1755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FatturaResponseDTO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020824"/>
            <a:ext cx="4023360" cy="77724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020824"/>
            <a:ext cx="64008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20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dto/prodotto/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2221992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221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ProdottoDTO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2414016"/>
            <a:ext cx="3749040" cy="164592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4140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ProdottoCreateDTO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2606040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6060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ProdottoResponseDTO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71216"/>
            <a:ext cx="4023360" cy="585216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871216"/>
            <a:ext cx="64008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71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dto/magazzino/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3072384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0723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MagazzinoDTO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3264408"/>
            <a:ext cx="3749040" cy="164592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2644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MagazzinoResponseDTO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529584"/>
            <a:ext cx="4023360" cy="585216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529584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529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dto/prodottomagazzino/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" y="3730752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37307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ProdottoMagazzinoDTO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080" y="3922776"/>
            <a:ext cx="3749040" cy="164592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9227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ProdottoMagazzinoGiacenzaDTO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187952"/>
            <a:ext cx="4023360" cy="585216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4187952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dto/jobExecution/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0080" y="4389120"/>
            <a:ext cx="3749040" cy="16459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389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JobExecutionDTO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" y="4581144"/>
            <a:ext cx="3749040" cy="164592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5811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JobExecutionLogDTO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 — Entity ↔ DTO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46320" y="1188720"/>
            <a:ext cx="64008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ProdottoMapper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 ↔ ProdottoDTO / ProdottoResponseDTO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46320" y="1719072"/>
            <a:ext cx="3840480" cy="45720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46320" y="1719072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1719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FatturaMapper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29200" y="1956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 ↔ FatturaDTO / FatturaResponseDTO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2249424"/>
            <a:ext cx="3840480" cy="45720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2249424"/>
            <a:ext cx="6400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MagazzinoMapper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02920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 ↔ MagazzinoDTO / ResponseDTO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46320" y="2779776"/>
            <a:ext cx="3840480" cy="45720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846320" y="2779776"/>
            <a:ext cx="6400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2779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ProdottoMagazzinoMapper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02920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 ↔ DTO / GiacenzaDTO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46320" y="338328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0" y="34564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33832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VANTAGGI DTO PATTERN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46320" y="373075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19472" y="37764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84064" y="3730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Isolamento response API da entity JPA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46320" y="4005072"/>
            <a:ext cx="3840480" cy="23774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19472" y="40507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84064" y="40050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Evita lazy-loading e over-fetching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846320" y="427939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19472" y="43251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84064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 / @Min / @Size validation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846320" y="4553712"/>
            <a:ext cx="3840480" cy="23774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19472" y="45994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84064" y="4553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Nessuna entity esposta direttamente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846320" y="482803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19472" y="48737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84064" y="4828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Separazione contratto da implementazione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ERROR HANDLING  ·  Gestione Centralizzata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Custom Exceptions  ·  GlobalExceptionHandler  ·  @ControllerAdvice  ·  ErrorResponse JSON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FLUSSO ECCEZIONE → HTTP RESPONSE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121408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1887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Exception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813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nell'Service layer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78608" y="1472184"/>
            <a:ext cx="9144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0048" y="1188720"/>
            <a:ext cx="2121408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0048" y="1188720"/>
            <a:ext cx="64008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11887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07208" y="14813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GlobalExceptionHandler cattura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91456" y="1472184"/>
            <a:ext cx="9144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1188720"/>
            <a:ext cx="2121408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82896" y="118872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11887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@ExceptionHandler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0056" y="14813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 specifico per tipo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04304" y="1472184"/>
            <a:ext cx="9144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188720"/>
            <a:ext cx="1956816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95744" y="1188720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1188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ErrorResponse JSON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32904" y="1481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· status · message · path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1938528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193852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MAP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1A2440"/>
          </a:solidFill>
          <a:ln w="6350">
            <a:solidFill>
              <a:srgbClr val="2A3F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286000"/>
            <a:ext cx="82296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Eccezione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0" y="2286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49040" y="2286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Descrizione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596896"/>
            <a:ext cx="822960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596896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2596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ResourceNotFoundException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82112" y="263347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82112" y="2633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749040" y="2596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Risorsa non trovata per 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2916936"/>
            <a:ext cx="822960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2916936"/>
            <a:ext cx="54864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2916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InvalidInputException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82112" y="295351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49040" y="2916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Validazione fallita — dati non validi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3236976"/>
            <a:ext cx="822960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236976"/>
            <a:ext cx="54864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3236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DatabaseException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182112" y="327355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82112" y="3273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749040" y="32369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 di database o persistenza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3557016"/>
            <a:ext cx="822960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3557016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JobExecutionException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82112" y="359359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2112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49040" y="3557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Errori nei job schedulati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3877056"/>
            <a:ext cx="822960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3877056"/>
            <a:ext cx="54864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3877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InsufficientStockException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182112" y="391363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82112" y="3913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49040" y="3877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Giacenza insufficiente per operazione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4197096"/>
            <a:ext cx="822960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4197096"/>
            <a:ext cx="54864" cy="274320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4197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182112" y="4233672"/>
            <a:ext cx="457200" cy="201168"/>
          </a:xfrm>
          <a:prstGeom prst="roundRect">
            <a:avLst>
              <a:gd name="adj" fmla="val 9091"/>
            </a:avLst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82112" y="4233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749040" y="4197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Catch-all — errore generico non previsto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solidFill>
            <a:srgbClr val="121A2E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4590288"/>
            <a:ext cx="54864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" y="4590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ErrorResponse DTO:  { timestamp: LocalDateTime · status: int · message: String · path: String }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  ·  InventoryScheduler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  @EnableScheduling  @Scheduled  ·  Tracciamento completo con JobExecution entity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DI VITA JOB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931920" cy="658368"/>
          </a:xfrm>
          <a:prstGeom prst="rect">
            <a:avLst/>
          </a:prstGeom>
          <a:solidFill>
            <a:srgbClr val="061518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133502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261872"/>
            <a:ext cx="329184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trigger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1531071"/>
            <a:ext cx="329184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 / fixedRate  →  metodo updateInventory()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1847088"/>
            <a:ext cx="0" cy="13716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9152" y="1911096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84248"/>
            <a:ext cx="3931920" cy="658368"/>
          </a:xfrm>
          <a:prstGeom prst="rect">
            <a:avLst/>
          </a:prstGeom>
          <a:solidFill>
            <a:srgbClr val="110D1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8424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213055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057400"/>
            <a:ext cx="329184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26599"/>
            <a:ext cx="329184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jobService.startExecution()  →  StatusJob.RUNNING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2642616"/>
            <a:ext cx="0" cy="13716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9152" y="2706624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779776"/>
            <a:ext cx="3931920" cy="658368"/>
          </a:xfrm>
          <a:prstGeom prst="rect">
            <a:avLst/>
          </a:prstGeom>
          <a:solidFill>
            <a:srgbClr val="160F0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77977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" y="29260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2852928"/>
            <a:ext cx="329184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di business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3122127"/>
            <a:ext cx="329184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magazziniService.updateAllGiacenze()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3438144"/>
            <a:ext cx="0" cy="13716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9152" y="3502152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575304"/>
            <a:ext cx="3931920" cy="658368"/>
          </a:xfrm>
          <a:prstGeom prst="rect">
            <a:avLst/>
          </a:prstGeom>
          <a:solidFill>
            <a:srgbClr val="04151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575304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" y="372160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" y="3648456"/>
            <a:ext cx="329184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success() / failed()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3917655"/>
            <a:ext cx="329184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endExecution()  oppure  failExecution(type, msg)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 ENUM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1188720"/>
            <a:ext cx="3840480" cy="402336"/>
          </a:xfrm>
          <a:prstGeom prst="rect">
            <a:avLst/>
          </a:prstGeom>
          <a:solidFill>
            <a:srgbClr val="121A2E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1188720"/>
            <a:ext cx="1005840" cy="402336"/>
          </a:xfrm>
          <a:prstGeom prst="rect">
            <a:avLst/>
          </a:prstGeom>
          <a:solidFill>
            <a:srgbClr val="8FA8CC">
              <a:alpha val="22000"/>
            </a:srgbClr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1188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25312" y="118872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in coda, non ancora avviato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1664208"/>
            <a:ext cx="3840480" cy="402336"/>
          </a:xfrm>
          <a:prstGeom prst="rect">
            <a:avLst/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1664208"/>
            <a:ext cx="1005840" cy="402336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16642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25312" y="166420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in esecuzione corrente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2139696"/>
            <a:ext cx="3840480" cy="402336"/>
          </a:xfrm>
          <a:prstGeom prst="rect">
            <a:avLst/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2139696"/>
            <a:ext cx="1005840" cy="402336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1396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25312" y="213969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completato con successo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2615184"/>
            <a:ext cx="3840480" cy="402336"/>
          </a:xfrm>
          <a:prstGeom prst="rect">
            <a:avLst/>
          </a:prstGeom>
          <a:solidFill>
            <a:srgbClr val="121A2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2615184"/>
            <a:ext cx="1005840" cy="402336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615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25312" y="261518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terminato con errore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46320" y="320040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2735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2004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FUNZIONALITÀ SCHEDULER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46320" y="354787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⏰  Aggiornamento giacenze automatico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46320" y="3822192"/>
            <a:ext cx="3840480" cy="23774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83480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Generazione report inventario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46320" y="409651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83480" y="4096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🔔  Alert per scorte minime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46320" y="4370832"/>
            <a:ext cx="3840480" cy="23774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3480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🗑️  Pulizia log job vecchi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46320" y="4645152"/>
            <a:ext cx="3840480" cy="23774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4645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 Ogni esecuzione → T_JOB_EXECUTION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 ·  Oracle XE 21c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Tabelle principali  ·  Relazioni FK  ·  Enum mappati come String in DB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297680" cy="1298448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22960"/>
            <a:ext cx="64008" cy="12984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42976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859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188720"/>
            <a:ext cx="4069080" cy="0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· CODICE (UNIQUE)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499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DESCRIZIONE · PREZZO · CATEGORIA · DATA_CREAZIONE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822960"/>
            <a:ext cx="3657600" cy="129844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822960"/>
            <a:ext cx="64008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82296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59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T_MAGAZZINI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188720"/>
            <a:ext cx="3429000" cy="0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225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14996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· INDIRIZZO · CAPACITA_MAX · STATO · DATA_CREAZIONE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4297680" cy="1298448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64008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86000"/>
            <a:ext cx="4297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322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T_PRODOTTO_MAGAZZINO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2651760"/>
            <a:ext cx="4069080" cy="0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 (join table)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29626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PRODOTTO_ID (FK) · MAGAZZINO_ID (FK) · GIACENZA · SCORTA_MINIMA · STATO_STOCK · DATA_ULTIMO_AGG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2286000"/>
            <a:ext cx="3657600" cy="129844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2286000"/>
            <a:ext cx="6400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28600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322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T_FATTURE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66360" y="2651760"/>
            <a:ext cx="3429000" cy="0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688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· NUMERO_FATTURA (UNIQUE)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66360" y="29626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MAGAZZINO_ID (FK) · IMPORTO · STATO · DATA_PAGAMENTO · DATA_CREAZIONE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4297680" cy="777240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749040"/>
            <a:ext cx="6400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49040"/>
            <a:ext cx="429768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785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T_JOB_EXECUTION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" y="4114800"/>
            <a:ext cx="4069080" cy="0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51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4360" y="41605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NOME_JOB · DATA_INIZIO · DATA_FINE · STATO · TIPO_ERRORE · MESSAGGIO_ERRORE · RISULTATO (JSON)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029200" y="3749040"/>
            <a:ext cx="3657600" cy="777240"/>
          </a:xfrm>
          <a:prstGeom prst="rect">
            <a:avLst/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3749040"/>
            <a:ext cx="3657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38928" y="3840480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0368" y="391363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13248" y="3840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RELAZIONI FK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66360" y="4151376"/>
            <a:ext cx="3429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T_PRODOTTO_MAGAZZINO.PRODOTTO_ID → T_PRODOTTI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166360" y="4270248"/>
            <a:ext cx="3429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T_PRODOTTO_MAGAZZINO.MAGAZZINO_ID → T_MAGAZZINI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166360" y="4389120"/>
            <a:ext cx="3429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T_FATTURE.MAGAZZINO_ID → T_MAGAZZINI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BEST PRACTICES  ·  Architettura Robusta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  ·  BCrypt  ·  @Valid  ·  Parametrized JPA Queries  ·  CORS Configuration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 &amp; AUTHORIZATION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207008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07008"/>
            <a:ext cx="64008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07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84832" y="1280160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207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 — username/password o JWT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728216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728216"/>
            <a:ext cx="64008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2821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84832" y="1801368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7282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 · Role-based access control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249424"/>
            <a:ext cx="6400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249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Validation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84832" y="2322576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24942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 · custom validators su DTO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770632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770632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7063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Injection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84832" y="2843784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2770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 Parameterized Queries — sicure by default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291840"/>
            <a:ext cx="64008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91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84832" y="3364992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32918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WebConfiguration — allowedOrigins configurati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813048"/>
            <a:ext cx="3931920" cy="438912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813048"/>
            <a:ext cx="64008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130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Encoding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84832" y="3886200"/>
            <a:ext cx="0" cy="29260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38130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via Spring Security standard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 IMPLEMENTATE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1207008"/>
            <a:ext cx="3840480" cy="402336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9472" y="13441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Separazione dei Concerns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84848" y="12070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· Service · Mapper · Repository ben divisi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46320" y="1682496"/>
            <a:ext cx="3840480" cy="402336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9472" y="18196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1682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 per Response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84848" y="16824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Protezione da lazy-loading e over-fetching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2157984"/>
            <a:ext cx="3840480" cy="402336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9472" y="2295144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352" y="215798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Handling Centrale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84848" y="21579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 per errori consistenti e JSON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2633472"/>
            <a:ext cx="3840480" cy="402336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9472" y="2770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02352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Transazioni Gestite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784848" y="26334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 a livello service — rollback auto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3108960"/>
            <a:ext cx="3840480" cy="402336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19472" y="32461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2352" y="31089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Validazione Input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84848" y="31089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 sui DTO + custom validators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3584448"/>
            <a:ext cx="3840480" cy="402336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19472" y="3721608"/>
            <a:ext cx="128016" cy="128016"/>
          </a:xfrm>
          <a:prstGeom prst="ellipse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02352" y="35844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 Strutturato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784848" y="3584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@Slf4j — tracciabilità operazioni critiche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846320" y="4059936"/>
            <a:ext cx="3840480" cy="402336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19472" y="4197096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2352" y="4059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Tracking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84848" y="405993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 salva storico ogni esecuzione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TESTING  ·  Riepilogo Architettura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 ·  Maven  ·  JUnit 5  ·  Spring Boot Test  ·  Spring Boot Actuator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207008"/>
            <a:ext cx="3931920" cy="384048"/>
          </a:xfrm>
          <a:prstGeom prst="rect">
            <a:avLst/>
          </a:prstGeom>
          <a:solidFill>
            <a:srgbClr val="121A2E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07008"/>
            <a:ext cx="54864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07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JAR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clean package -DskipTests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664208"/>
            <a:ext cx="3931920" cy="384048"/>
          </a:xfrm>
          <a:prstGeom prst="rect">
            <a:avLst/>
          </a:prstGeom>
          <a:solidFill>
            <a:srgbClr val="121A2E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64208"/>
            <a:ext cx="54864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45920" y="1664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target/magazzino-app.jar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3931920" cy="384048"/>
          </a:xfrm>
          <a:prstGeom prst="rect">
            <a:avLst/>
          </a:prstGeom>
          <a:solidFill>
            <a:srgbClr val="12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21408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21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45920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3931920" cy="384048"/>
          </a:xfrm>
          <a:prstGeom prst="rect">
            <a:avLst/>
          </a:prstGeom>
          <a:solidFill>
            <a:srgbClr val="12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578608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25786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035808"/>
            <a:ext cx="3931920" cy="384048"/>
          </a:xfrm>
          <a:prstGeom prst="rect">
            <a:avLst/>
          </a:prstGeom>
          <a:solidFill>
            <a:srgbClr val="121A2E"/>
          </a:solidFill>
          <a:ln w="10160">
            <a:solidFill>
              <a:srgbClr val="8FA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35808"/>
            <a:ext cx="54864" cy="384048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035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45920" y="3035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down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73075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65760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005072"/>
            <a:ext cx="393192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6304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 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3464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352544"/>
            <a:ext cx="393192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352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63040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Test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34640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test/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700016"/>
            <a:ext cx="393192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700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63040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Jacoco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834640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target/site/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RIEPILOGO ARCHITETTURA — 54+ Classi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1170432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9472" y="1271016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11704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28232" y="1225296"/>
            <a:ext cx="329184" cy="219456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12252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21424" y="1170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endpoints · @RestController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846320" y="1554480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19472" y="165506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2352" y="155448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28232" y="1609344"/>
            <a:ext cx="329184" cy="219456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16093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21424" y="1554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Interfacce + 5 Implementazioni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846320" y="1938528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19472" y="203911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2352" y="19385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28232" y="1993392"/>
            <a:ext cx="329184" cy="219456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8232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21424" y="19385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Data JPA · extends JpaRepository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846320" y="2322576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19472" y="24231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2352" y="232257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28232" y="2377440"/>
            <a:ext cx="329184" cy="219456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28232" y="237744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21424" y="2322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· 5 tabelle Oracle XE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846320" y="2706624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19472" y="28072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2352" y="27066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di Stato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428232" y="2761488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28232" y="27614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21424" y="2706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 · SXFatturaStatus · etc.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46320" y="3090672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19472" y="3191256"/>
            <a:ext cx="128016" cy="12801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02352" y="30906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428232" y="3145536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28232" y="31455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821424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Organizzati per dominio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74720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19472" y="3575304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02352" y="34747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428232" y="3529584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28232" y="352958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821424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 ↔ DTO conversioni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846320" y="3858768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19472" y="395935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02352" y="385876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428232" y="3913632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28232" y="39136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821424" y="3858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+ GlobalExceptionHandler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846320" y="4242816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19472" y="4343400"/>
            <a:ext cx="128016" cy="128016"/>
          </a:xfrm>
          <a:prstGeom prst="ellipse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02352" y="42428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Jobs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28232" y="4297680"/>
            <a:ext cx="329184" cy="219456"/>
          </a:xfrm>
          <a:prstGeom prst="roundRect">
            <a:avLst>
              <a:gd name="adj" fmla="val 8333"/>
            </a:avLst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28232" y="42976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21424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 @Scheduled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2026-02-26T13:31:52Z</dcterms:created>
  <dcterms:modified xsi:type="dcterms:W3CDTF">2026-02-26T13:31:52Z</dcterms:modified>
</cp:coreProperties>
</file>